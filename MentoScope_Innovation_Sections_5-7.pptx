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  <p:sldMasterId id="2147483703" r:id="rId6"/>
  </p:sldMasterIdLst>
  <p:notesMasterIdLst>
    <p:notesMasterId r:id="rId7"/>
  </p:notesMasterIdLst>
  <p:sldIdLst>
    <p:sldId id="256" r:id="rId8"/>
    <p:sldId id="257" r:id="rId27"/>
    <p:sldId id="258" r:id="rId28"/>
    <p:sldId id="259" r:id="rId29"/>
    <p:sldId id="260" r:id="rId30"/>
  </p:sldIdLst>
  <p:sldSz cy="5143500" cx="9144000"/>
  <p:notesSz cx="6858000" cy="9144000"/>
  <p:embeddedFontLst>
    <p:embeddedFont>
      <p:font typeface="Proxima Nova"/>
      <p:regular r:id="rId99"/>
      <p:bold r:id="rId100"/>
      <p:italic r:id="rId101"/>
      <p:boldItalic r:id="rId102"/>
    </p:embeddedFont>
    <p:embeddedFont>
      <p:font typeface="Roboto Medium"/>
      <p:regular r:id="rId103"/>
      <p:bold r:id="rId104"/>
      <p:italic r:id="rId105"/>
      <p:boldItalic r:id="rId106"/>
    </p:embeddedFont>
    <p:embeddedFont>
      <p:font typeface="Amatic SC"/>
      <p:regular r:id="rId107"/>
      <p:bold r:id="rId108"/>
    </p:embeddedFont>
    <p:embeddedFont>
      <p:font typeface="Montserrat"/>
      <p:regular r:id="rId109"/>
      <p:bold r:id="rId110"/>
      <p:italic r:id="rId111"/>
      <p:boldItalic r:id="rId112"/>
    </p:embeddedFont>
    <p:embeddedFont>
      <p:font typeface="Alata"/>
      <p:regular r:id="rId113"/>
    </p:embeddedFont>
    <p:embeddedFont>
      <p:font typeface="Proxima Nova Semibold"/>
      <p:regular r:id="rId114"/>
      <p:bold r:id="rId115"/>
      <p:boldItalic r:id="rId1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D6DF55-8488-41FB-ABC0-2670D78BD95F}">
  <a:tblStyle styleId="{7CD6DF55-8488-41FB-ABC0-2670D78BD9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99" Type="http://schemas.openxmlformats.org/officeDocument/2006/relationships/font" Target="fonts/ProximaNova-regular.fntdata"/><Relationship Id="rId100" Type="http://schemas.openxmlformats.org/officeDocument/2006/relationships/font" Target="fonts/ProximaNova-bold.fntdata"/><Relationship Id="rId101" Type="http://schemas.openxmlformats.org/officeDocument/2006/relationships/font" Target="fonts/ProximaNova-italic.fntdata"/><Relationship Id="rId102" Type="http://schemas.openxmlformats.org/officeDocument/2006/relationships/font" Target="fonts/ProximaNova-boldItalic.fntdata"/><Relationship Id="rId103" Type="http://schemas.openxmlformats.org/officeDocument/2006/relationships/font" Target="fonts/RobotoMedium-regular.fntdata"/><Relationship Id="rId104" Type="http://schemas.openxmlformats.org/officeDocument/2006/relationships/font" Target="fonts/RobotoMedium-bold.fntdata"/><Relationship Id="rId105" Type="http://schemas.openxmlformats.org/officeDocument/2006/relationships/font" Target="fonts/RobotoMedium-italic.fntdata"/><Relationship Id="rId106" Type="http://schemas.openxmlformats.org/officeDocument/2006/relationships/font" Target="fonts/RobotoMedium-boldItalic.fntdata"/><Relationship Id="rId107" Type="http://schemas.openxmlformats.org/officeDocument/2006/relationships/font" Target="fonts/AmaticSC-regular.fntdata"/><Relationship Id="rId108" Type="http://schemas.openxmlformats.org/officeDocument/2006/relationships/font" Target="fonts/AmaticSC-bold.fntdata"/><Relationship Id="rId109" Type="http://schemas.openxmlformats.org/officeDocument/2006/relationships/font" Target="fonts/Montserrat-regular.fntdata"/><Relationship Id="rId110" Type="http://schemas.openxmlformats.org/officeDocument/2006/relationships/font" Target="fonts/Montserrat-bold.fntdata"/><Relationship Id="rId111" Type="http://schemas.openxmlformats.org/officeDocument/2006/relationships/font" Target="fonts/Montserrat-italic.fntdata"/><Relationship Id="rId112" Type="http://schemas.openxmlformats.org/officeDocument/2006/relationships/font" Target="fonts/Montserrat-boldItalic.fntdata"/><Relationship Id="rId113" Type="http://schemas.openxmlformats.org/officeDocument/2006/relationships/font" Target="fonts/Alata-regular.fntdata"/><Relationship Id="rId114" Type="http://schemas.openxmlformats.org/officeDocument/2006/relationships/font" Target="fonts/ProximaNovaSemibold-regular.fntdata"/><Relationship Id="rId115" Type="http://schemas.openxmlformats.org/officeDocument/2006/relationships/font" Target="fonts/ProximaNovaSemibold-bold.fntdata"/><Relationship Id="rId116" Type="http://schemas.openxmlformats.org/officeDocument/2006/relationships/font" Target="fonts/ProximaNova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4300" y="451300"/>
            <a:ext cx="4328700" cy="28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4300" y="3441350"/>
            <a:ext cx="35910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4300" y="2354175"/>
            <a:ext cx="4016700" cy="10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4300" y="3453150"/>
            <a:ext cx="40167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4300" y="10101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8" name="Google Shape;18;p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0" name="Google Shape;20;p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714300" y="1206800"/>
            <a:ext cx="7715400" cy="3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714300" y="5408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7" name="Google Shape;27;p4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" name="Google Shape;28;p4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9" name="Google Shape;29;p4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" name="Google Shape;31;p4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2" name="Google Shape;32;p4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5059982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18675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5059976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3" type="title"/>
          </p:nvPr>
        </p:nvSpPr>
        <p:spPr>
          <a:xfrm>
            <a:off x="1518675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0" name="Google Shape;40;p6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1" name="Google Shape;41;p6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" name="Google Shape;42;p6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3" name="Google Shape;43;p6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6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6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14300" y="1806875"/>
            <a:ext cx="3789000" cy="26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714300" y="1068850"/>
            <a:ext cx="30021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321475" y="2020138"/>
            <a:ext cx="4041000" cy="17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517350" y="756225"/>
            <a:ext cx="49125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4176400" y="1862625"/>
            <a:ext cx="42627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5" name="Google Shape;55;p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" name="Google Shape;56;p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7" name="Google Shape;57;p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0" name="Google Shape;60;p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61" name="Google Shape;61;p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62" name="Google Shape;62;p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" name="Google Shape;63;p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64" name="Google Shape;64;p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" name="Google Shape;66;p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67" name="Google Shape;67;p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139225" y="3266953"/>
            <a:ext cx="42909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hasCustomPrompt="1" type="title"/>
          </p:nvPr>
        </p:nvSpPr>
        <p:spPr>
          <a:xfrm>
            <a:off x="1636500" y="2097350"/>
            <a:ext cx="6213900" cy="11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2133600" y="3310675"/>
            <a:ext cx="5219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817200" y="2706510"/>
            <a:ext cx="2396100" cy="19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372900" y="1726450"/>
            <a:ext cx="38184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3372900" y="3063575"/>
            <a:ext cx="37692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hasCustomPrompt="1" idx="2" type="title"/>
          </p:nvPr>
        </p:nvSpPr>
        <p:spPr>
          <a:xfrm>
            <a:off x="1848675" y="1554500"/>
            <a:ext cx="1455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2203700" y="2887575"/>
            <a:ext cx="4279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2170575" y="3757950"/>
            <a:ext cx="4345500" cy="7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hasCustomPrompt="1" idx="2" type="title"/>
          </p:nvPr>
        </p:nvSpPr>
        <p:spPr>
          <a:xfrm>
            <a:off x="2819400" y="15435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title"/>
          </p:nvPr>
        </p:nvSpPr>
        <p:spPr>
          <a:xfrm>
            <a:off x="1662000" y="1536850"/>
            <a:ext cx="266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" name="Google Shape;88;p16"/>
          <p:cNvSpPr txBox="1"/>
          <p:nvPr>
            <p:ph hasCustomPrompt="1" idx="3" type="title"/>
          </p:nvPr>
        </p:nvSpPr>
        <p:spPr>
          <a:xfrm>
            <a:off x="76687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1662000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title"/>
          </p:nvPr>
        </p:nvSpPr>
        <p:spPr>
          <a:xfrm>
            <a:off x="1662000" y="3098950"/>
            <a:ext cx="266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6"/>
          <p:cNvSpPr txBox="1"/>
          <p:nvPr>
            <p:ph hasCustomPrompt="1" idx="5" type="title"/>
          </p:nvPr>
        </p:nvSpPr>
        <p:spPr>
          <a:xfrm>
            <a:off x="766725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2" name="Google Shape;92;p16"/>
          <p:cNvSpPr txBox="1"/>
          <p:nvPr>
            <p:ph idx="6" type="subTitle"/>
          </p:nvPr>
        </p:nvSpPr>
        <p:spPr>
          <a:xfrm>
            <a:off x="1662000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7" type="title"/>
          </p:nvPr>
        </p:nvSpPr>
        <p:spPr>
          <a:xfrm>
            <a:off x="5652975" y="1536850"/>
            <a:ext cx="2724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16"/>
          <p:cNvSpPr txBox="1"/>
          <p:nvPr>
            <p:ph hasCustomPrompt="1" idx="8" type="title"/>
          </p:nvPr>
        </p:nvSpPr>
        <p:spPr>
          <a:xfrm>
            <a:off x="475762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5" name="Google Shape;95;p16"/>
          <p:cNvSpPr txBox="1"/>
          <p:nvPr>
            <p:ph idx="9" type="subTitle"/>
          </p:nvPr>
        </p:nvSpPr>
        <p:spPr>
          <a:xfrm>
            <a:off x="5652975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3" type="title"/>
          </p:nvPr>
        </p:nvSpPr>
        <p:spPr>
          <a:xfrm>
            <a:off x="5652975" y="3098950"/>
            <a:ext cx="2724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16"/>
          <p:cNvSpPr txBox="1"/>
          <p:nvPr>
            <p:ph hasCustomPrompt="1" idx="14" type="title"/>
          </p:nvPr>
        </p:nvSpPr>
        <p:spPr>
          <a:xfrm>
            <a:off x="4757700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8" name="Google Shape;98;p16"/>
          <p:cNvSpPr txBox="1"/>
          <p:nvPr>
            <p:ph idx="15" type="subTitle"/>
          </p:nvPr>
        </p:nvSpPr>
        <p:spPr>
          <a:xfrm>
            <a:off x="5652975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2" type="title"/>
          </p:nvPr>
        </p:nvSpPr>
        <p:spPr>
          <a:xfrm>
            <a:off x="738282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7"/>
          <p:cNvSpPr txBox="1"/>
          <p:nvPr>
            <p:ph hasCustomPrompt="1" idx="3" type="title"/>
          </p:nvPr>
        </p:nvSpPr>
        <p:spPr>
          <a:xfrm>
            <a:off x="738282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738282" y="3305175"/>
            <a:ext cx="12408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4" type="title"/>
          </p:nvPr>
        </p:nvSpPr>
        <p:spPr>
          <a:xfrm>
            <a:off x="4798032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" name="Google Shape;105;p17"/>
          <p:cNvSpPr txBox="1"/>
          <p:nvPr>
            <p:ph hasCustomPrompt="1" idx="5" type="title"/>
          </p:nvPr>
        </p:nvSpPr>
        <p:spPr>
          <a:xfrm>
            <a:off x="4798032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/>
          <p:nvPr>
            <p:ph idx="6" type="subTitle"/>
          </p:nvPr>
        </p:nvSpPr>
        <p:spPr>
          <a:xfrm>
            <a:off x="4798032" y="3305175"/>
            <a:ext cx="12408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7" type="title"/>
          </p:nvPr>
        </p:nvSpPr>
        <p:spPr>
          <a:xfrm>
            <a:off x="2768157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17"/>
          <p:cNvSpPr txBox="1"/>
          <p:nvPr>
            <p:ph hasCustomPrompt="1" idx="8" type="title"/>
          </p:nvPr>
        </p:nvSpPr>
        <p:spPr>
          <a:xfrm>
            <a:off x="2768157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/>
          <p:nvPr>
            <p:ph idx="9" type="subTitle"/>
          </p:nvPr>
        </p:nvSpPr>
        <p:spPr>
          <a:xfrm>
            <a:off x="2768157" y="3305175"/>
            <a:ext cx="12147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3" type="title"/>
          </p:nvPr>
        </p:nvSpPr>
        <p:spPr>
          <a:xfrm>
            <a:off x="6827907" y="2603650"/>
            <a:ext cx="15726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hasCustomPrompt="1" idx="14" type="title"/>
          </p:nvPr>
        </p:nvSpPr>
        <p:spPr>
          <a:xfrm>
            <a:off x="6827907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2" name="Google Shape;112;p17"/>
          <p:cNvSpPr txBox="1"/>
          <p:nvPr>
            <p:ph idx="15" type="subTitle"/>
          </p:nvPr>
        </p:nvSpPr>
        <p:spPr>
          <a:xfrm>
            <a:off x="6827907" y="3305175"/>
            <a:ext cx="12675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13" name="Google Shape;113;p1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4" name="Google Shape;114;p1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p1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6" name="Google Shape;116;p1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1398400" y="1481175"/>
            <a:ext cx="68076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title"/>
          </p:nvPr>
        </p:nvSpPr>
        <p:spPr>
          <a:xfrm>
            <a:off x="139839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18"/>
          <p:cNvSpPr txBox="1"/>
          <p:nvPr>
            <p:ph idx="1" type="subTitle"/>
          </p:nvPr>
        </p:nvSpPr>
        <p:spPr>
          <a:xfrm>
            <a:off x="139840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3" type="title"/>
          </p:nvPr>
        </p:nvSpPr>
        <p:spPr>
          <a:xfrm>
            <a:off x="381289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8"/>
          <p:cNvSpPr txBox="1"/>
          <p:nvPr>
            <p:ph idx="4" type="subTitle"/>
          </p:nvPr>
        </p:nvSpPr>
        <p:spPr>
          <a:xfrm>
            <a:off x="381290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5" type="title"/>
          </p:nvPr>
        </p:nvSpPr>
        <p:spPr>
          <a:xfrm>
            <a:off x="622744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" name="Google Shape;126;p18"/>
          <p:cNvSpPr txBox="1"/>
          <p:nvPr>
            <p:ph idx="6" type="subTitle"/>
          </p:nvPr>
        </p:nvSpPr>
        <p:spPr>
          <a:xfrm>
            <a:off x="622745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2" type="title"/>
          </p:nvPr>
        </p:nvSpPr>
        <p:spPr>
          <a:xfrm>
            <a:off x="71430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7143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title"/>
          </p:nvPr>
        </p:nvSpPr>
        <p:spPr>
          <a:xfrm>
            <a:off x="343365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343365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title"/>
          </p:nvPr>
        </p:nvSpPr>
        <p:spPr>
          <a:xfrm>
            <a:off x="615300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61530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2" type="title"/>
          </p:nvPr>
        </p:nvSpPr>
        <p:spPr>
          <a:xfrm>
            <a:off x="778688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778688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3468525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" name="Google Shape;140;p20"/>
          <p:cNvSpPr txBox="1"/>
          <p:nvPr>
            <p:ph idx="4" type="subTitle"/>
          </p:nvPr>
        </p:nvSpPr>
        <p:spPr>
          <a:xfrm>
            <a:off x="3468525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5" type="title"/>
          </p:nvPr>
        </p:nvSpPr>
        <p:spPr>
          <a:xfrm>
            <a:off x="6160753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0"/>
          <p:cNvSpPr txBox="1"/>
          <p:nvPr>
            <p:ph idx="6" type="subTitle"/>
          </p:nvPr>
        </p:nvSpPr>
        <p:spPr>
          <a:xfrm>
            <a:off x="6160753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2" type="title"/>
          </p:nvPr>
        </p:nvSpPr>
        <p:spPr>
          <a:xfrm>
            <a:off x="5716125" y="3559175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21"/>
          <p:cNvSpPr txBox="1"/>
          <p:nvPr>
            <p:ph idx="1" type="subTitle"/>
          </p:nvPr>
        </p:nvSpPr>
        <p:spPr>
          <a:xfrm>
            <a:off x="5716125" y="395590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3" type="title"/>
          </p:nvPr>
        </p:nvSpPr>
        <p:spPr>
          <a:xfrm>
            <a:off x="5716134" y="2238450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21"/>
          <p:cNvSpPr txBox="1"/>
          <p:nvPr>
            <p:ph idx="4" type="subTitle"/>
          </p:nvPr>
        </p:nvSpPr>
        <p:spPr>
          <a:xfrm>
            <a:off x="5716134" y="2635175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5" type="title"/>
          </p:nvPr>
        </p:nvSpPr>
        <p:spPr>
          <a:xfrm>
            <a:off x="5716118" y="917725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0" name="Google Shape;150;p21"/>
          <p:cNvSpPr txBox="1"/>
          <p:nvPr>
            <p:ph idx="6" type="subTitle"/>
          </p:nvPr>
        </p:nvSpPr>
        <p:spPr>
          <a:xfrm>
            <a:off x="5716118" y="131445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51" name="Google Shape;151;p2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52" name="Google Shape;152;p2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" name="Google Shape;153;p2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4" name="Google Shape;154;p2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1244350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22"/>
          <p:cNvSpPr txBox="1"/>
          <p:nvPr>
            <p:ph idx="1" type="subTitle"/>
          </p:nvPr>
        </p:nvSpPr>
        <p:spPr>
          <a:xfrm>
            <a:off x="1244350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2" type="title"/>
          </p:nvPr>
        </p:nvSpPr>
        <p:spPr>
          <a:xfrm>
            <a:off x="3523225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22"/>
          <p:cNvSpPr txBox="1"/>
          <p:nvPr>
            <p:ph idx="3" type="subTitle"/>
          </p:nvPr>
        </p:nvSpPr>
        <p:spPr>
          <a:xfrm>
            <a:off x="3523225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4" type="title"/>
          </p:nvPr>
        </p:nvSpPr>
        <p:spPr>
          <a:xfrm>
            <a:off x="5802101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" name="Google Shape;163;p22"/>
          <p:cNvSpPr txBox="1"/>
          <p:nvPr>
            <p:ph idx="5" type="subTitle"/>
          </p:nvPr>
        </p:nvSpPr>
        <p:spPr>
          <a:xfrm>
            <a:off x="5802100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6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66" name="Google Shape;166;p22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" name="Google Shape;167;p22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68" name="Google Shape;168;p22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2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2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29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578672" y="2070250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3086468" y="2070250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title"/>
          </p:nvPr>
        </p:nvSpPr>
        <p:spPr>
          <a:xfrm>
            <a:off x="4256762" y="3770625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5795473" y="3770625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title"/>
          </p:nvPr>
        </p:nvSpPr>
        <p:spPr>
          <a:xfrm>
            <a:off x="2916323" y="2913375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4458102" y="2913375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title"/>
          </p:nvPr>
        </p:nvSpPr>
        <p:spPr>
          <a:xfrm>
            <a:off x="714300" y="8544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hasCustomPrompt="1" idx="7" type="title"/>
          </p:nvPr>
        </p:nvSpPr>
        <p:spPr>
          <a:xfrm>
            <a:off x="673970" y="2070250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0" name="Google Shape;180;p23"/>
          <p:cNvSpPr txBox="1"/>
          <p:nvPr>
            <p:ph hasCustomPrompt="1" idx="8" type="title"/>
          </p:nvPr>
        </p:nvSpPr>
        <p:spPr>
          <a:xfrm>
            <a:off x="2011450" y="2913375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1" name="Google Shape;181;p23"/>
          <p:cNvSpPr txBox="1"/>
          <p:nvPr>
            <p:ph hasCustomPrompt="1" idx="9" type="title"/>
          </p:nvPr>
        </p:nvSpPr>
        <p:spPr>
          <a:xfrm>
            <a:off x="3358961" y="3770625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4"/>
          <p:cNvSpPr txBox="1"/>
          <p:nvPr>
            <p:ph idx="2" type="title"/>
          </p:nvPr>
        </p:nvSpPr>
        <p:spPr>
          <a:xfrm>
            <a:off x="1764375" y="1536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1764375" y="1933575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3" type="title"/>
          </p:nvPr>
        </p:nvSpPr>
        <p:spPr>
          <a:xfrm>
            <a:off x="1764375" y="2652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24"/>
          <p:cNvSpPr txBox="1"/>
          <p:nvPr>
            <p:ph idx="4" type="subTitle"/>
          </p:nvPr>
        </p:nvSpPr>
        <p:spPr>
          <a:xfrm>
            <a:off x="1764375" y="3049700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5" type="title"/>
          </p:nvPr>
        </p:nvSpPr>
        <p:spPr>
          <a:xfrm>
            <a:off x="5874375" y="1536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" name="Google Shape;189;p24"/>
          <p:cNvSpPr txBox="1"/>
          <p:nvPr>
            <p:ph idx="6" type="subTitle"/>
          </p:nvPr>
        </p:nvSpPr>
        <p:spPr>
          <a:xfrm>
            <a:off x="5874375" y="1933575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7" type="title"/>
          </p:nvPr>
        </p:nvSpPr>
        <p:spPr>
          <a:xfrm>
            <a:off x="5874375" y="2652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1" name="Google Shape;191;p24"/>
          <p:cNvSpPr txBox="1"/>
          <p:nvPr>
            <p:ph idx="8" type="subTitle"/>
          </p:nvPr>
        </p:nvSpPr>
        <p:spPr>
          <a:xfrm>
            <a:off x="5874375" y="3049700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92" name="Google Shape;192;p2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93" name="Google Shape;193;p2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2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95" name="Google Shape;195;p2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_3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2" type="title"/>
          </p:nvPr>
        </p:nvSpPr>
        <p:spPr>
          <a:xfrm>
            <a:off x="1378650" y="213620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5"/>
          <p:cNvSpPr txBox="1"/>
          <p:nvPr>
            <p:ph idx="1" type="subTitle"/>
          </p:nvPr>
        </p:nvSpPr>
        <p:spPr>
          <a:xfrm>
            <a:off x="137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3" type="title"/>
          </p:nvPr>
        </p:nvSpPr>
        <p:spPr>
          <a:xfrm>
            <a:off x="1378650" y="39173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3" name="Google Shape;203;p25"/>
          <p:cNvSpPr txBox="1"/>
          <p:nvPr>
            <p:ph idx="4" type="subTitle"/>
          </p:nvPr>
        </p:nvSpPr>
        <p:spPr>
          <a:xfrm>
            <a:off x="137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5" type="title"/>
          </p:nvPr>
        </p:nvSpPr>
        <p:spPr>
          <a:xfrm>
            <a:off x="5488650" y="213620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5" name="Google Shape;205;p25"/>
          <p:cNvSpPr txBox="1"/>
          <p:nvPr>
            <p:ph idx="6" type="subTitle"/>
          </p:nvPr>
        </p:nvSpPr>
        <p:spPr>
          <a:xfrm>
            <a:off x="548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7" type="title"/>
          </p:nvPr>
        </p:nvSpPr>
        <p:spPr>
          <a:xfrm>
            <a:off x="5488650" y="39173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7" name="Google Shape;207;p25"/>
          <p:cNvSpPr txBox="1"/>
          <p:nvPr>
            <p:ph idx="8" type="subTitle"/>
          </p:nvPr>
        </p:nvSpPr>
        <p:spPr>
          <a:xfrm>
            <a:off x="548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0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1233500" y="1049175"/>
            <a:ext cx="6729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2" type="title"/>
          </p:nvPr>
        </p:nvSpPr>
        <p:spPr>
          <a:xfrm>
            <a:off x="1383375" y="200396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1" name="Google Shape;211;p26"/>
          <p:cNvSpPr txBox="1"/>
          <p:nvPr>
            <p:ph idx="1" type="subTitle"/>
          </p:nvPr>
        </p:nvSpPr>
        <p:spPr>
          <a:xfrm>
            <a:off x="1383375" y="2360975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2" name="Google Shape;212;p26"/>
          <p:cNvSpPr txBox="1"/>
          <p:nvPr>
            <p:ph idx="3" type="title"/>
          </p:nvPr>
        </p:nvSpPr>
        <p:spPr>
          <a:xfrm>
            <a:off x="1383375" y="326808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3" name="Google Shape;213;p26"/>
          <p:cNvSpPr txBox="1"/>
          <p:nvPr>
            <p:ph idx="4" type="subTitle"/>
          </p:nvPr>
        </p:nvSpPr>
        <p:spPr>
          <a:xfrm>
            <a:off x="1383375" y="3625101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5" type="title"/>
          </p:nvPr>
        </p:nvSpPr>
        <p:spPr>
          <a:xfrm>
            <a:off x="5493375" y="200396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5" name="Google Shape;215;p26"/>
          <p:cNvSpPr txBox="1"/>
          <p:nvPr>
            <p:ph idx="6" type="subTitle"/>
          </p:nvPr>
        </p:nvSpPr>
        <p:spPr>
          <a:xfrm>
            <a:off x="5493375" y="2360975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7" type="title"/>
          </p:nvPr>
        </p:nvSpPr>
        <p:spPr>
          <a:xfrm>
            <a:off x="5493375" y="326808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7" name="Google Shape;217;p26"/>
          <p:cNvSpPr txBox="1"/>
          <p:nvPr>
            <p:ph idx="8" type="subTitle"/>
          </p:nvPr>
        </p:nvSpPr>
        <p:spPr>
          <a:xfrm>
            <a:off x="5493375" y="3625101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6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20" name="Google Shape;220;p2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" name="Google Shape;221;p2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22" name="Google Shape;222;p2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5" name="Google Shape;225;p27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26" name="Google Shape;226;p27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27" name="Google Shape;227;p27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8" name="Google Shape;228;p27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29" name="Google Shape;229;p27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" name="Google Shape;230;p27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27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32" name="Google Shape;232;p27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3" name="Google Shape;233;p27"/>
          <p:cNvSpPr txBox="1"/>
          <p:nvPr>
            <p:ph type="title"/>
          </p:nvPr>
        </p:nvSpPr>
        <p:spPr>
          <a:xfrm>
            <a:off x="729137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27"/>
          <p:cNvSpPr txBox="1"/>
          <p:nvPr>
            <p:ph idx="1" type="subTitle"/>
          </p:nvPr>
        </p:nvSpPr>
        <p:spPr>
          <a:xfrm>
            <a:off x="729156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idx="2" type="title"/>
          </p:nvPr>
        </p:nvSpPr>
        <p:spPr>
          <a:xfrm>
            <a:off x="4788806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6" name="Google Shape;236;p27"/>
          <p:cNvSpPr txBox="1"/>
          <p:nvPr>
            <p:ph idx="3" type="subTitle"/>
          </p:nvPr>
        </p:nvSpPr>
        <p:spPr>
          <a:xfrm>
            <a:off x="4788801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idx="4" type="title"/>
          </p:nvPr>
        </p:nvSpPr>
        <p:spPr>
          <a:xfrm>
            <a:off x="2758990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8" name="Google Shape;238;p27"/>
          <p:cNvSpPr txBox="1"/>
          <p:nvPr>
            <p:ph idx="5" type="subTitle"/>
          </p:nvPr>
        </p:nvSpPr>
        <p:spPr>
          <a:xfrm>
            <a:off x="2758989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9" name="Google Shape;239;p27"/>
          <p:cNvSpPr txBox="1"/>
          <p:nvPr>
            <p:ph idx="6" type="title"/>
          </p:nvPr>
        </p:nvSpPr>
        <p:spPr>
          <a:xfrm>
            <a:off x="6818660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0" name="Google Shape;240;p27"/>
          <p:cNvSpPr txBox="1"/>
          <p:nvPr>
            <p:ph idx="7" type="subTitle"/>
          </p:nvPr>
        </p:nvSpPr>
        <p:spPr>
          <a:xfrm>
            <a:off x="6818636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1" name="Google Shape;241;p27"/>
          <p:cNvSpPr txBox="1"/>
          <p:nvPr>
            <p:ph idx="8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28"/>
          <p:cNvSpPr txBox="1"/>
          <p:nvPr>
            <p:ph idx="2" type="title"/>
          </p:nvPr>
        </p:nvSpPr>
        <p:spPr>
          <a:xfrm>
            <a:off x="714300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" name="Google Shape;245;p28"/>
          <p:cNvSpPr txBox="1"/>
          <p:nvPr>
            <p:ph idx="1" type="subTitle"/>
          </p:nvPr>
        </p:nvSpPr>
        <p:spPr>
          <a:xfrm>
            <a:off x="714300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6" name="Google Shape;246;p28"/>
          <p:cNvSpPr txBox="1"/>
          <p:nvPr>
            <p:ph idx="3" type="title"/>
          </p:nvPr>
        </p:nvSpPr>
        <p:spPr>
          <a:xfrm>
            <a:off x="3433638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" name="Google Shape;247;p28"/>
          <p:cNvSpPr txBox="1"/>
          <p:nvPr>
            <p:ph idx="4" type="subTitle"/>
          </p:nvPr>
        </p:nvSpPr>
        <p:spPr>
          <a:xfrm>
            <a:off x="3433642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8" name="Google Shape;248;p28"/>
          <p:cNvSpPr txBox="1"/>
          <p:nvPr>
            <p:ph idx="5" type="title"/>
          </p:nvPr>
        </p:nvSpPr>
        <p:spPr>
          <a:xfrm>
            <a:off x="6152988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" name="Google Shape;249;p28"/>
          <p:cNvSpPr txBox="1"/>
          <p:nvPr>
            <p:ph idx="6" type="subTitle"/>
          </p:nvPr>
        </p:nvSpPr>
        <p:spPr>
          <a:xfrm>
            <a:off x="6152996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idx="7" type="title"/>
          </p:nvPr>
        </p:nvSpPr>
        <p:spPr>
          <a:xfrm>
            <a:off x="714300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" name="Google Shape;251;p28"/>
          <p:cNvSpPr txBox="1"/>
          <p:nvPr>
            <p:ph idx="8" type="subTitle"/>
          </p:nvPr>
        </p:nvSpPr>
        <p:spPr>
          <a:xfrm>
            <a:off x="714300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2" name="Google Shape;252;p28"/>
          <p:cNvSpPr txBox="1"/>
          <p:nvPr>
            <p:ph idx="9" type="title"/>
          </p:nvPr>
        </p:nvSpPr>
        <p:spPr>
          <a:xfrm>
            <a:off x="3433638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3" name="Google Shape;253;p28"/>
          <p:cNvSpPr txBox="1"/>
          <p:nvPr>
            <p:ph idx="13" type="subTitle"/>
          </p:nvPr>
        </p:nvSpPr>
        <p:spPr>
          <a:xfrm>
            <a:off x="3433642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4" type="title"/>
          </p:nvPr>
        </p:nvSpPr>
        <p:spPr>
          <a:xfrm>
            <a:off x="6152988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28"/>
          <p:cNvSpPr txBox="1"/>
          <p:nvPr>
            <p:ph idx="15" type="subTitle"/>
          </p:nvPr>
        </p:nvSpPr>
        <p:spPr>
          <a:xfrm>
            <a:off x="6152996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256" name="Google Shape;256;p2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57" name="Google Shape;257;p2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8" name="Google Shape;258;p2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59" name="Google Shape;259;p2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2" name="Google Shape;262;p28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63" name="Google Shape;263;p28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64" name="Google Shape;264;p28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5" name="Google Shape;265;p28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66" name="Google Shape;266;p28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28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28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69" name="Google Shape;269;p28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7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2" name="Google Shape;272;p2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73" name="Google Shape;273;p2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4" name="Google Shape;274;p2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75" name="Google Shape;275;p2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8" name="Google Shape;278;p2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79" name="Google Shape;279;p2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80" name="Google Shape;280;p2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1" name="Google Shape;281;p2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82" name="Google Shape;282;p2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2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85" name="Google Shape;285;p2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29"/>
          <p:cNvSpPr txBox="1"/>
          <p:nvPr>
            <p:ph idx="2" type="title"/>
          </p:nvPr>
        </p:nvSpPr>
        <p:spPr>
          <a:xfrm>
            <a:off x="1501742" y="175249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9"/>
          <p:cNvSpPr txBox="1"/>
          <p:nvPr>
            <p:ph idx="1" type="subTitle"/>
          </p:nvPr>
        </p:nvSpPr>
        <p:spPr>
          <a:xfrm>
            <a:off x="1501742" y="2111123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88" name="Google Shape;288;p29"/>
          <p:cNvSpPr txBox="1"/>
          <p:nvPr>
            <p:ph idx="3" type="title"/>
          </p:nvPr>
        </p:nvSpPr>
        <p:spPr>
          <a:xfrm>
            <a:off x="1501754" y="2654504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9"/>
          <p:cNvSpPr txBox="1"/>
          <p:nvPr>
            <p:ph idx="4" type="subTitle"/>
          </p:nvPr>
        </p:nvSpPr>
        <p:spPr>
          <a:xfrm>
            <a:off x="1501760" y="3013129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0" name="Google Shape;290;p29"/>
          <p:cNvSpPr txBox="1"/>
          <p:nvPr>
            <p:ph idx="5" type="title"/>
          </p:nvPr>
        </p:nvSpPr>
        <p:spPr>
          <a:xfrm>
            <a:off x="5360167" y="175249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1" name="Google Shape;291;p29"/>
          <p:cNvSpPr txBox="1"/>
          <p:nvPr>
            <p:ph idx="6" type="subTitle"/>
          </p:nvPr>
        </p:nvSpPr>
        <p:spPr>
          <a:xfrm>
            <a:off x="5360178" y="2111123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2" name="Google Shape;292;p29"/>
          <p:cNvSpPr txBox="1"/>
          <p:nvPr>
            <p:ph idx="7" type="title"/>
          </p:nvPr>
        </p:nvSpPr>
        <p:spPr>
          <a:xfrm>
            <a:off x="1501742" y="3556523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3" name="Google Shape;293;p29"/>
          <p:cNvSpPr txBox="1"/>
          <p:nvPr>
            <p:ph idx="8" type="subTitle"/>
          </p:nvPr>
        </p:nvSpPr>
        <p:spPr>
          <a:xfrm>
            <a:off x="1501742" y="3915148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4" name="Google Shape;294;p29"/>
          <p:cNvSpPr txBox="1"/>
          <p:nvPr>
            <p:ph idx="9" type="title"/>
          </p:nvPr>
        </p:nvSpPr>
        <p:spPr>
          <a:xfrm>
            <a:off x="5360192" y="2654504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5" name="Google Shape;295;p29"/>
          <p:cNvSpPr txBox="1"/>
          <p:nvPr>
            <p:ph idx="13" type="subTitle"/>
          </p:nvPr>
        </p:nvSpPr>
        <p:spPr>
          <a:xfrm>
            <a:off x="5360197" y="3013129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6" name="Google Shape;296;p29"/>
          <p:cNvSpPr txBox="1"/>
          <p:nvPr>
            <p:ph idx="14" type="title"/>
          </p:nvPr>
        </p:nvSpPr>
        <p:spPr>
          <a:xfrm>
            <a:off x="5360167" y="3556523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15" type="subTitle"/>
          </p:nvPr>
        </p:nvSpPr>
        <p:spPr>
          <a:xfrm>
            <a:off x="5360178" y="3915148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5059982" y="15317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" name="Google Shape;300;p30"/>
          <p:cNvSpPr txBox="1"/>
          <p:nvPr>
            <p:ph idx="1" type="subTitle"/>
          </p:nvPr>
        </p:nvSpPr>
        <p:spPr>
          <a:xfrm>
            <a:off x="152052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1" name="Google Shape;301;p30"/>
          <p:cNvSpPr txBox="1"/>
          <p:nvPr>
            <p:ph idx="2" type="subTitle"/>
          </p:nvPr>
        </p:nvSpPr>
        <p:spPr>
          <a:xfrm>
            <a:off x="505997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2" name="Google Shape;302;p30"/>
          <p:cNvSpPr txBox="1"/>
          <p:nvPr>
            <p:ph idx="3" type="title"/>
          </p:nvPr>
        </p:nvSpPr>
        <p:spPr>
          <a:xfrm>
            <a:off x="1520525" y="15317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3" name="Google Shape;303;p30"/>
          <p:cNvSpPr txBox="1"/>
          <p:nvPr>
            <p:ph idx="4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4" name="Google Shape;304;p3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05" name="Google Shape;305;p3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6" name="Google Shape;306;p3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07" name="Google Shape;307;p3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0" name="Google Shape;310;p30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11" name="Google Shape;311;p30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12" name="Google Shape;312;p30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3" name="Google Shape;313;p30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14" name="Google Shape;314;p30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30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30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17" name="Google Shape;317;p30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5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3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20" name="Google Shape;320;p3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3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22" name="Google Shape;322;p3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3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3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5" name="Google Shape;325;p31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26" name="Google Shape;326;p31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27" name="Google Shape;327;p31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" name="Google Shape;328;p3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29" name="Google Shape;329;p3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3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3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32" name="Google Shape;332;p31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3" name="Google Shape;333;p31"/>
          <p:cNvSpPr txBox="1"/>
          <p:nvPr>
            <p:ph type="title"/>
          </p:nvPr>
        </p:nvSpPr>
        <p:spPr>
          <a:xfrm>
            <a:off x="2279759" y="352195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5352750" y="1858275"/>
            <a:ext cx="25635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2" type="subTitle"/>
          </p:nvPr>
        </p:nvSpPr>
        <p:spPr>
          <a:xfrm>
            <a:off x="5352750" y="3284950"/>
            <a:ext cx="25635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2279752" y="20651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7" name="Google Shape;337;p31"/>
          <p:cNvSpPr txBox="1"/>
          <p:nvPr>
            <p:ph idx="4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32"/>
          <p:cNvSpPr txBox="1"/>
          <p:nvPr>
            <p:ph hasCustomPrompt="1" idx="2" type="title"/>
          </p:nvPr>
        </p:nvSpPr>
        <p:spPr>
          <a:xfrm>
            <a:off x="4457700" y="132612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1" name="Google Shape;341;p32"/>
          <p:cNvSpPr txBox="1"/>
          <p:nvPr>
            <p:ph idx="1" type="subTitle"/>
          </p:nvPr>
        </p:nvSpPr>
        <p:spPr>
          <a:xfrm>
            <a:off x="4239625" y="1787075"/>
            <a:ext cx="344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42" name="Google Shape;342;p32"/>
          <p:cNvSpPr txBox="1"/>
          <p:nvPr>
            <p:ph hasCustomPrompt="1" idx="3" type="title"/>
          </p:nvPr>
        </p:nvSpPr>
        <p:spPr>
          <a:xfrm>
            <a:off x="4457700" y="2463350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3" name="Google Shape;343;p32"/>
          <p:cNvSpPr txBox="1"/>
          <p:nvPr>
            <p:ph idx="4" type="subTitle"/>
          </p:nvPr>
        </p:nvSpPr>
        <p:spPr>
          <a:xfrm>
            <a:off x="4457700" y="2924300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hasCustomPrompt="1" idx="5" type="title"/>
          </p:nvPr>
        </p:nvSpPr>
        <p:spPr>
          <a:xfrm>
            <a:off x="4457700" y="360057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5" name="Google Shape;345;p32"/>
          <p:cNvSpPr txBox="1"/>
          <p:nvPr>
            <p:ph idx="6" type="subTitle"/>
          </p:nvPr>
        </p:nvSpPr>
        <p:spPr>
          <a:xfrm>
            <a:off x="4457700" y="4061525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3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48" name="Google Shape;348;p3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p3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50" name="Google Shape;350;p3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" name="Google Shape;353;p33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54" name="Google Shape;354;p33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55" name="Google Shape;355;p33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6" name="Google Shape;356;p33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57" name="Google Shape;357;p33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33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33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60" name="Google Shape;360;p33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33"/>
          <p:cNvSpPr txBox="1"/>
          <p:nvPr>
            <p:ph hasCustomPrompt="1" type="title"/>
          </p:nvPr>
        </p:nvSpPr>
        <p:spPr>
          <a:xfrm>
            <a:off x="2792375" y="1413700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2" name="Google Shape;362;p33"/>
          <p:cNvSpPr txBox="1"/>
          <p:nvPr>
            <p:ph idx="1" type="subTitle"/>
          </p:nvPr>
        </p:nvSpPr>
        <p:spPr>
          <a:xfrm>
            <a:off x="2792400" y="2185483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3" name="Google Shape;363;p33"/>
          <p:cNvSpPr txBox="1"/>
          <p:nvPr>
            <p:ph hasCustomPrompt="1" idx="2" type="title"/>
          </p:nvPr>
        </p:nvSpPr>
        <p:spPr>
          <a:xfrm>
            <a:off x="439175" y="2982575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4" name="Google Shape;364;p33"/>
          <p:cNvSpPr txBox="1"/>
          <p:nvPr>
            <p:ph idx="3" type="subTitle"/>
          </p:nvPr>
        </p:nvSpPr>
        <p:spPr>
          <a:xfrm>
            <a:off x="439175" y="3754328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hasCustomPrompt="1" idx="4" type="title"/>
          </p:nvPr>
        </p:nvSpPr>
        <p:spPr>
          <a:xfrm>
            <a:off x="4927525" y="2982575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6" name="Google Shape;366;p33"/>
          <p:cNvSpPr txBox="1"/>
          <p:nvPr>
            <p:ph idx="5" type="subTitle"/>
          </p:nvPr>
        </p:nvSpPr>
        <p:spPr>
          <a:xfrm>
            <a:off x="4927525" y="3754330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2">
  <p:cSld name="CUSTOM_2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hasCustomPrompt="1" idx="2" type="title"/>
          </p:nvPr>
        </p:nvSpPr>
        <p:spPr>
          <a:xfrm>
            <a:off x="4462551" y="19453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0" name="Google Shape;370;p34"/>
          <p:cNvSpPr txBox="1"/>
          <p:nvPr>
            <p:ph hasCustomPrompt="1" idx="3" type="title"/>
          </p:nvPr>
        </p:nvSpPr>
        <p:spPr>
          <a:xfrm>
            <a:off x="3027550" y="1793256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1" name="Google Shape;371;p34"/>
          <p:cNvSpPr txBox="1"/>
          <p:nvPr>
            <p:ph idx="1" type="subTitle"/>
          </p:nvPr>
        </p:nvSpPr>
        <p:spPr>
          <a:xfrm>
            <a:off x="6153000" y="3699450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hasCustomPrompt="1" idx="4" type="title"/>
          </p:nvPr>
        </p:nvSpPr>
        <p:spPr>
          <a:xfrm>
            <a:off x="3361005" y="33832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3" name="Google Shape;373;p34"/>
          <p:cNvSpPr txBox="1"/>
          <p:nvPr>
            <p:ph idx="5" type="subTitle"/>
          </p:nvPr>
        </p:nvSpPr>
        <p:spPr>
          <a:xfrm>
            <a:off x="714300" y="27803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6" type="title"/>
          </p:nvPr>
        </p:nvSpPr>
        <p:spPr>
          <a:xfrm>
            <a:off x="6153000" y="329212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5" name="Google Shape;375;p34"/>
          <p:cNvSpPr txBox="1"/>
          <p:nvPr>
            <p:ph idx="7" type="title"/>
          </p:nvPr>
        </p:nvSpPr>
        <p:spPr>
          <a:xfrm>
            <a:off x="714300" y="237303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6" name="Google Shape;376;p34"/>
          <p:cNvSpPr txBox="1"/>
          <p:nvPr>
            <p:ph idx="8" type="subTitle"/>
          </p:nvPr>
        </p:nvSpPr>
        <p:spPr>
          <a:xfrm>
            <a:off x="6153000" y="19880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7" name="Google Shape;377;p34"/>
          <p:cNvSpPr txBox="1"/>
          <p:nvPr>
            <p:ph idx="9" type="title"/>
          </p:nvPr>
        </p:nvSpPr>
        <p:spPr>
          <a:xfrm>
            <a:off x="6153000" y="158073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3">
  <p:cSld name="CUSTOM_2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35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80" name="Google Shape;380;p35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35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82" name="Google Shape;382;p35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5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5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" name="Google Shape;385;p35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86" name="Google Shape;386;p35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87" name="Google Shape;387;p35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8" name="Google Shape;388;p35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89" name="Google Shape;389;p35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35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35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92" name="Google Shape;392;p35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3" name="Google Shape;393;p3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hasCustomPrompt="1" idx="2" type="title"/>
          </p:nvPr>
        </p:nvSpPr>
        <p:spPr>
          <a:xfrm>
            <a:off x="6153001" y="2119725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5" name="Google Shape;395;p35"/>
          <p:cNvSpPr txBox="1"/>
          <p:nvPr>
            <p:ph hasCustomPrompt="1" idx="3" type="title"/>
          </p:nvPr>
        </p:nvSpPr>
        <p:spPr>
          <a:xfrm>
            <a:off x="1214000" y="2119731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6" name="Google Shape;396;p35"/>
          <p:cNvSpPr txBox="1"/>
          <p:nvPr>
            <p:ph idx="1" type="subTitle"/>
          </p:nvPr>
        </p:nvSpPr>
        <p:spPr>
          <a:xfrm>
            <a:off x="3683500" y="3704737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97" name="Google Shape;397;p35"/>
          <p:cNvSpPr txBox="1"/>
          <p:nvPr>
            <p:ph hasCustomPrompt="1" idx="4" type="title"/>
          </p:nvPr>
        </p:nvSpPr>
        <p:spPr>
          <a:xfrm>
            <a:off x="3683505" y="2119725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8" name="Google Shape;398;p35"/>
          <p:cNvSpPr txBox="1"/>
          <p:nvPr>
            <p:ph idx="5" type="subTitle"/>
          </p:nvPr>
        </p:nvSpPr>
        <p:spPr>
          <a:xfrm>
            <a:off x="1214000" y="3704737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idx="6" type="title"/>
          </p:nvPr>
        </p:nvSpPr>
        <p:spPr>
          <a:xfrm>
            <a:off x="3683500" y="329602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35"/>
          <p:cNvSpPr txBox="1"/>
          <p:nvPr>
            <p:ph idx="7" type="title"/>
          </p:nvPr>
        </p:nvSpPr>
        <p:spPr>
          <a:xfrm>
            <a:off x="1214000" y="329602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1" name="Google Shape;401;p35"/>
          <p:cNvSpPr txBox="1"/>
          <p:nvPr>
            <p:ph idx="8" type="subTitle"/>
          </p:nvPr>
        </p:nvSpPr>
        <p:spPr>
          <a:xfrm>
            <a:off x="6153000" y="3699800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02" name="Google Shape;402;p35"/>
          <p:cNvSpPr txBox="1"/>
          <p:nvPr>
            <p:ph idx="9" type="title"/>
          </p:nvPr>
        </p:nvSpPr>
        <p:spPr>
          <a:xfrm>
            <a:off x="6153000" y="329247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4">
  <p:cSld name="CUSTOM_28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>
            <p:ph hasCustomPrompt="1" type="title"/>
          </p:nvPr>
        </p:nvSpPr>
        <p:spPr>
          <a:xfrm>
            <a:off x="1768000" y="2483450"/>
            <a:ext cx="2157600" cy="12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05" name="Google Shape;405;p36"/>
          <p:cNvSpPr txBox="1"/>
          <p:nvPr>
            <p:ph idx="1" type="subTitle"/>
          </p:nvPr>
        </p:nvSpPr>
        <p:spPr>
          <a:xfrm>
            <a:off x="4500075" y="2483450"/>
            <a:ext cx="2396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06" name="Google Shape;406;p36"/>
          <p:cNvSpPr txBox="1"/>
          <p:nvPr>
            <p:ph idx="2" type="title"/>
          </p:nvPr>
        </p:nvSpPr>
        <p:spPr>
          <a:xfrm>
            <a:off x="1233500" y="1049175"/>
            <a:ext cx="6729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title"/>
          </p:nvPr>
        </p:nvSpPr>
        <p:spPr>
          <a:xfrm>
            <a:off x="3047300" y="3284538"/>
            <a:ext cx="2807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7"/>
          <p:cNvSpPr txBox="1"/>
          <p:nvPr>
            <p:ph idx="1" type="subTitle"/>
          </p:nvPr>
        </p:nvSpPr>
        <p:spPr>
          <a:xfrm>
            <a:off x="2436350" y="1804848"/>
            <a:ext cx="4029600" cy="14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3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12" name="Google Shape;412;p3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3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905375" y="1124700"/>
            <a:ext cx="3533400" cy="3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18" name="Google Shape;418;p38"/>
          <p:cNvSpPr txBox="1"/>
          <p:nvPr>
            <p:ph type="title"/>
          </p:nvPr>
        </p:nvSpPr>
        <p:spPr>
          <a:xfrm>
            <a:off x="714300" y="549600"/>
            <a:ext cx="5869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21" name="Google Shape;421;p3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2" name="Google Shape;422;p3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23" name="Google Shape;423;p3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6" name="Google Shape;426;p39"/>
          <p:cNvSpPr txBox="1"/>
          <p:nvPr>
            <p:ph type="title"/>
          </p:nvPr>
        </p:nvSpPr>
        <p:spPr>
          <a:xfrm>
            <a:off x="714300" y="685800"/>
            <a:ext cx="34224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39"/>
          <p:cNvSpPr txBox="1"/>
          <p:nvPr>
            <p:ph idx="1" type="subTitle"/>
          </p:nvPr>
        </p:nvSpPr>
        <p:spPr>
          <a:xfrm>
            <a:off x="723225" y="1783150"/>
            <a:ext cx="33816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28" name="Google Shape;428;p39"/>
          <p:cNvSpPr/>
          <p:nvPr>
            <p:ph idx="2" type="pic"/>
          </p:nvPr>
        </p:nvSpPr>
        <p:spPr>
          <a:xfrm>
            <a:off x="4664000" y="1227750"/>
            <a:ext cx="3145800" cy="286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title"/>
          </p:nvPr>
        </p:nvSpPr>
        <p:spPr>
          <a:xfrm>
            <a:off x="714300" y="2054525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1" name="Google Shape;431;p40"/>
          <p:cNvSpPr txBox="1"/>
          <p:nvPr>
            <p:ph idx="1" type="subTitle"/>
          </p:nvPr>
        </p:nvSpPr>
        <p:spPr>
          <a:xfrm>
            <a:off x="723225" y="3024275"/>
            <a:ext cx="2896200" cy="1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432" name="Google Shape;432;p4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33" name="Google Shape;433;p4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4" name="Google Shape;434;p4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35" name="Google Shape;435;p4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4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4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8" name="Google Shape;438;p40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39" name="Google Shape;439;p40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40" name="Google Shape;440;p40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41" name="Google Shape;441;p40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42" name="Google Shape;442;p40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40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40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445" name="Google Shape;445;p40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48" name="Google Shape;448;p4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9" name="Google Shape;449;p4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50" name="Google Shape;450;p4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4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4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3" name="Google Shape;453;p41"/>
          <p:cNvSpPr txBox="1"/>
          <p:nvPr>
            <p:ph idx="1" type="subTitle"/>
          </p:nvPr>
        </p:nvSpPr>
        <p:spPr>
          <a:xfrm>
            <a:off x="714300" y="1673500"/>
            <a:ext cx="37320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54" name="Google Shape;454;p4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5" name="Google Shape;455;p41"/>
          <p:cNvSpPr txBox="1"/>
          <p:nvPr>
            <p:ph idx="2" type="subTitle"/>
          </p:nvPr>
        </p:nvSpPr>
        <p:spPr>
          <a:xfrm>
            <a:off x="4698775" y="1673500"/>
            <a:ext cx="37320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9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>
            <p:ph type="title"/>
          </p:nvPr>
        </p:nvSpPr>
        <p:spPr>
          <a:xfrm>
            <a:off x="2452050" y="1550913"/>
            <a:ext cx="42399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8" name="Google Shape;458;p42"/>
          <p:cNvSpPr txBox="1"/>
          <p:nvPr>
            <p:ph idx="1" type="subTitle"/>
          </p:nvPr>
        </p:nvSpPr>
        <p:spPr>
          <a:xfrm>
            <a:off x="2860800" y="2520675"/>
            <a:ext cx="3422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4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>
            <p:ph type="title"/>
          </p:nvPr>
        </p:nvSpPr>
        <p:spPr>
          <a:xfrm>
            <a:off x="4382596" y="1140194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1" name="Google Shape;461;p43"/>
          <p:cNvSpPr txBox="1"/>
          <p:nvPr>
            <p:ph idx="1" type="subTitle"/>
          </p:nvPr>
        </p:nvSpPr>
        <p:spPr>
          <a:xfrm>
            <a:off x="4382596" y="2109944"/>
            <a:ext cx="3422400" cy="20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9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4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64" name="Google Shape;464;p4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5" name="Google Shape;465;p4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66" name="Google Shape;466;p4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4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4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9" name="Google Shape;469;p44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70" name="Google Shape;470;p44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71" name="Google Shape;471;p44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2" name="Google Shape;472;p44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73" name="Google Shape;473;p44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44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44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476" name="Google Shape;476;p44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7" name="Google Shape;477;p44"/>
          <p:cNvSpPr txBox="1"/>
          <p:nvPr>
            <p:ph type="title"/>
          </p:nvPr>
        </p:nvSpPr>
        <p:spPr>
          <a:xfrm>
            <a:off x="3667800" y="1431825"/>
            <a:ext cx="4475400" cy="6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8" name="Google Shape;478;p44"/>
          <p:cNvSpPr txBox="1"/>
          <p:nvPr>
            <p:ph idx="1" type="subTitle"/>
          </p:nvPr>
        </p:nvSpPr>
        <p:spPr>
          <a:xfrm>
            <a:off x="3679300" y="2063025"/>
            <a:ext cx="4475400" cy="26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8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 txBox="1"/>
          <p:nvPr>
            <p:ph type="title"/>
          </p:nvPr>
        </p:nvSpPr>
        <p:spPr>
          <a:xfrm>
            <a:off x="1090750" y="1837925"/>
            <a:ext cx="2694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1" type="subTitle"/>
          </p:nvPr>
        </p:nvSpPr>
        <p:spPr>
          <a:xfrm>
            <a:off x="1090750" y="2514675"/>
            <a:ext cx="2694000" cy="13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7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/>
          <p:nvPr>
            <p:ph type="title"/>
          </p:nvPr>
        </p:nvSpPr>
        <p:spPr>
          <a:xfrm>
            <a:off x="4192275" y="1940525"/>
            <a:ext cx="30771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4" name="Google Shape;484;p46"/>
          <p:cNvSpPr txBox="1"/>
          <p:nvPr>
            <p:ph idx="1" type="subTitle"/>
          </p:nvPr>
        </p:nvSpPr>
        <p:spPr>
          <a:xfrm>
            <a:off x="4192275" y="2910275"/>
            <a:ext cx="30771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0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ctrTitle"/>
          </p:nvPr>
        </p:nvSpPr>
        <p:spPr>
          <a:xfrm>
            <a:off x="2712200" y="1485885"/>
            <a:ext cx="3946200" cy="19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4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89" name="Google Shape;489;p4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4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91" name="Google Shape;491;p4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4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4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4" name="Google Shape;494;p48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95" name="Google Shape;495;p48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96" name="Google Shape;496;p48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7" name="Google Shape;497;p48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98" name="Google Shape;498;p48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48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48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01" name="Google Shape;501;p48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2" name="Google Shape;502;p48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49"/>
          <p:cNvGrpSpPr/>
          <p:nvPr/>
        </p:nvGrpSpPr>
        <p:grpSpPr>
          <a:xfrm flipH="1">
            <a:off x="214694" y="123860"/>
            <a:ext cx="8552969" cy="4510486"/>
            <a:chOff x="45421" y="890559"/>
            <a:chExt cx="6688800" cy="3527400"/>
          </a:xfrm>
        </p:grpSpPr>
        <p:sp>
          <p:nvSpPr>
            <p:cNvPr id="505" name="Google Shape;505;p49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9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9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9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9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49"/>
          <p:cNvGrpSpPr/>
          <p:nvPr/>
        </p:nvGrpSpPr>
        <p:grpSpPr>
          <a:xfrm flipH="1">
            <a:off x="394192" y="461737"/>
            <a:ext cx="8552969" cy="4510486"/>
            <a:chOff x="45421" y="890559"/>
            <a:chExt cx="6688800" cy="3527400"/>
          </a:xfrm>
        </p:grpSpPr>
        <p:sp>
          <p:nvSpPr>
            <p:cNvPr id="511" name="Google Shape;511;p49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9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9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49"/>
          <p:cNvSpPr txBox="1"/>
          <p:nvPr>
            <p:ph type="title"/>
          </p:nvPr>
        </p:nvSpPr>
        <p:spPr>
          <a:xfrm>
            <a:off x="1019175" y="808600"/>
            <a:ext cx="3552900" cy="10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6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7" name="Google Shape;517;p49"/>
          <p:cNvSpPr txBox="1"/>
          <p:nvPr>
            <p:ph idx="1" type="subTitle"/>
          </p:nvPr>
        </p:nvSpPr>
        <p:spPr>
          <a:xfrm>
            <a:off x="1019175" y="1789000"/>
            <a:ext cx="35529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18" name="Google Shape;518;p49"/>
          <p:cNvSpPr txBox="1"/>
          <p:nvPr/>
        </p:nvSpPr>
        <p:spPr>
          <a:xfrm>
            <a:off x="1019175" y="3812950"/>
            <a:ext cx="342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icons, infographics &amp; images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6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5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21" name="Google Shape;521;p5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2" name="Google Shape;522;p5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23" name="Google Shape;523;p5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5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5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5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28" name="Google Shape;528;p5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9" name="Google Shape;529;p5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30" name="Google Shape;530;p5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5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5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3" name="Google Shape;533;p51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534" name="Google Shape;534;p51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535" name="Google Shape;535;p51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6" name="Google Shape;536;p5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537" name="Google Shape;537;p5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5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5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40" name="Google Shape;540;p51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1" name="Google Shape;541;p51"/>
          <p:cNvGrpSpPr/>
          <p:nvPr/>
        </p:nvGrpSpPr>
        <p:grpSpPr>
          <a:xfrm>
            <a:off x="157050" y="405675"/>
            <a:ext cx="8986935" cy="4747800"/>
            <a:chOff x="104746" y="204750"/>
            <a:chExt cx="8986935" cy="4747800"/>
          </a:xfrm>
        </p:grpSpPr>
        <p:grpSp>
          <p:nvGrpSpPr>
            <p:cNvPr id="542" name="Google Shape;542;p51"/>
            <p:cNvGrpSpPr/>
            <p:nvPr/>
          </p:nvGrpSpPr>
          <p:grpSpPr>
            <a:xfrm>
              <a:off x="104746" y="206700"/>
              <a:ext cx="8986935" cy="342900"/>
              <a:chOff x="-29" y="0"/>
              <a:chExt cx="9091487" cy="342900"/>
            </a:xfrm>
          </p:grpSpPr>
          <p:sp>
            <p:nvSpPr>
              <p:cNvPr id="543" name="Google Shape;543;p51"/>
              <p:cNvSpPr/>
              <p:nvPr/>
            </p:nvSpPr>
            <p:spPr>
              <a:xfrm>
                <a:off x="-29" y="0"/>
                <a:ext cx="9091487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4" name="Google Shape;544;p5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545" name="Google Shape;545;p5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5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5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48" name="Google Shape;548;p51"/>
            <p:cNvCxnSpPr/>
            <p:nvPr/>
          </p:nvCxnSpPr>
          <p:spPr>
            <a:xfrm>
              <a:off x="104775" y="204750"/>
              <a:ext cx="0" cy="4747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6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2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51" name="Google Shape;551;p52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55" name="Google Shape;555;p5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7"/>
          <p:cNvSpPr/>
          <p:nvPr/>
        </p:nvSpPr>
        <p:spPr>
          <a:xfrm>
            <a:off x="7714524" y="1026253"/>
            <a:ext cx="665140" cy="661214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7"/>
          <p:cNvSpPr/>
          <p:nvPr/>
        </p:nvSpPr>
        <p:spPr>
          <a:xfrm>
            <a:off x="4922456" y="945869"/>
            <a:ext cx="3889011" cy="3214402"/>
          </a:xfrm>
          <a:custGeom>
            <a:rect b="b" l="l" r="r" t="t"/>
            <a:pathLst>
              <a:path extrusionOk="0" h="35317" w="42729">
                <a:moveTo>
                  <a:pt x="19690" y="1"/>
                </a:moveTo>
                <a:cubicBezTo>
                  <a:pt x="18145" y="1"/>
                  <a:pt x="16885" y="1260"/>
                  <a:pt x="16885" y="2834"/>
                </a:cubicBezTo>
                <a:lnTo>
                  <a:pt x="16885" y="6898"/>
                </a:lnTo>
                <a:cubicBezTo>
                  <a:pt x="16885" y="7356"/>
                  <a:pt x="16513" y="7728"/>
                  <a:pt x="16084" y="7728"/>
                </a:cubicBezTo>
                <a:cubicBezTo>
                  <a:pt x="15626" y="7728"/>
                  <a:pt x="15283" y="7356"/>
                  <a:pt x="15283" y="6898"/>
                </a:cubicBezTo>
                <a:lnTo>
                  <a:pt x="15283" y="6383"/>
                </a:lnTo>
                <a:cubicBezTo>
                  <a:pt x="15283" y="4837"/>
                  <a:pt x="14024" y="3607"/>
                  <a:pt x="12507" y="3607"/>
                </a:cubicBezTo>
                <a:cubicBezTo>
                  <a:pt x="10961" y="3607"/>
                  <a:pt x="9702" y="4837"/>
                  <a:pt x="9702" y="6383"/>
                </a:cubicBezTo>
                <a:lnTo>
                  <a:pt x="9702" y="16800"/>
                </a:lnTo>
                <a:cubicBezTo>
                  <a:pt x="9702" y="17201"/>
                  <a:pt x="9387" y="17515"/>
                  <a:pt x="8987" y="17515"/>
                </a:cubicBezTo>
                <a:cubicBezTo>
                  <a:pt x="8615" y="17515"/>
                  <a:pt x="8271" y="17201"/>
                  <a:pt x="8271" y="16800"/>
                </a:cubicBezTo>
                <a:lnTo>
                  <a:pt x="8271" y="16113"/>
                </a:lnTo>
                <a:cubicBezTo>
                  <a:pt x="8271" y="15026"/>
                  <a:pt x="7413" y="14138"/>
                  <a:pt x="6325" y="14138"/>
                </a:cubicBezTo>
                <a:cubicBezTo>
                  <a:pt x="5237" y="14138"/>
                  <a:pt x="4350" y="15026"/>
                  <a:pt x="4379" y="16113"/>
                </a:cubicBezTo>
                <a:lnTo>
                  <a:pt x="4379" y="22467"/>
                </a:lnTo>
                <a:cubicBezTo>
                  <a:pt x="4379" y="22839"/>
                  <a:pt x="4035" y="23182"/>
                  <a:pt x="3663" y="23182"/>
                </a:cubicBezTo>
                <a:cubicBezTo>
                  <a:pt x="3263" y="23182"/>
                  <a:pt x="2948" y="22839"/>
                  <a:pt x="2948" y="22467"/>
                </a:cubicBezTo>
                <a:cubicBezTo>
                  <a:pt x="2948" y="21637"/>
                  <a:pt x="2261" y="20978"/>
                  <a:pt x="1460" y="20978"/>
                </a:cubicBezTo>
                <a:cubicBezTo>
                  <a:pt x="658" y="20978"/>
                  <a:pt x="0" y="21637"/>
                  <a:pt x="0" y="22467"/>
                </a:cubicBezTo>
                <a:lnTo>
                  <a:pt x="0" y="35317"/>
                </a:lnTo>
                <a:lnTo>
                  <a:pt x="42729" y="35317"/>
                </a:lnTo>
                <a:lnTo>
                  <a:pt x="42729" y="22839"/>
                </a:lnTo>
                <a:cubicBezTo>
                  <a:pt x="42729" y="21808"/>
                  <a:pt x="41899" y="20978"/>
                  <a:pt x="40897" y="20978"/>
                </a:cubicBezTo>
                <a:cubicBezTo>
                  <a:pt x="39867" y="20978"/>
                  <a:pt x="39037" y="21808"/>
                  <a:pt x="39037" y="22839"/>
                </a:cubicBezTo>
                <a:lnTo>
                  <a:pt x="39037" y="23497"/>
                </a:lnTo>
                <a:cubicBezTo>
                  <a:pt x="39037" y="23955"/>
                  <a:pt x="38665" y="24298"/>
                  <a:pt x="38235" y="24298"/>
                </a:cubicBezTo>
                <a:cubicBezTo>
                  <a:pt x="37806" y="24298"/>
                  <a:pt x="37434" y="23955"/>
                  <a:pt x="37434" y="23497"/>
                </a:cubicBezTo>
                <a:lnTo>
                  <a:pt x="37434" y="10990"/>
                </a:lnTo>
                <a:cubicBezTo>
                  <a:pt x="37434" y="9702"/>
                  <a:pt x="36375" y="8644"/>
                  <a:pt x="35087" y="8644"/>
                </a:cubicBezTo>
                <a:cubicBezTo>
                  <a:pt x="33799" y="8644"/>
                  <a:pt x="32741" y="9702"/>
                  <a:pt x="32741" y="10990"/>
                </a:cubicBezTo>
                <a:lnTo>
                  <a:pt x="32741" y="11763"/>
                </a:lnTo>
                <a:cubicBezTo>
                  <a:pt x="32741" y="12479"/>
                  <a:pt x="32168" y="13022"/>
                  <a:pt x="31481" y="13022"/>
                </a:cubicBezTo>
                <a:cubicBezTo>
                  <a:pt x="30766" y="13022"/>
                  <a:pt x="30222" y="12479"/>
                  <a:pt x="30222" y="11763"/>
                </a:cubicBezTo>
                <a:lnTo>
                  <a:pt x="30222" y="5324"/>
                </a:lnTo>
                <a:cubicBezTo>
                  <a:pt x="30222" y="3807"/>
                  <a:pt x="28963" y="2548"/>
                  <a:pt x="27446" y="2548"/>
                </a:cubicBezTo>
                <a:cubicBezTo>
                  <a:pt x="25901" y="2548"/>
                  <a:pt x="24641" y="3807"/>
                  <a:pt x="24641" y="5324"/>
                </a:cubicBezTo>
                <a:lnTo>
                  <a:pt x="24641" y="5696"/>
                </a:lnTo>
                <a:cubicBezTo>
                  <a:pt x="24641" y="6268"/>
                  <a:pt x="24155" y="6755"/>
                  <a:pt x="23582" y="6755"/>
                </a:cubicBezTo>
                <a:cubicBezTo>
                  <a:pt x="22981" y="6755"/>
                  <a:pt x="22495" y="6268"/>
                  <a:pt x="22495" y="5696"/>
                </a:cubicBezTo>
                <a:lnTo>
                  <a:pt x="22495" y="2834"/>
                </a:lnTo>
                <a:cubicBezTo>
                  <a:pt x="22495" y="1260"/>
                  <a:pt x="21236" y="1"/>
                  <a:pt x="196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7"/>
          <p:cNvSpPr/>
          <p:nvPr/>
        </p:nvSpPr>
        <p:spPr>
          <a:xfrm>
            <a:off x="4789572" y="4295636"/>
            <a:ext cx="4081782" cy="88649"/>
          </a:xfrm>
          <a:custGeom>
            <a:rect b="b" l="l" r="r" t="t"/>
            <a:pathLst>
              <a:path extrusionOk="0" h="974" w="44847">
                <a:moveTo>
                  <a:pt x="659" y="1"/>
                </a:moveTo>
                <a:cubicBezTo>
                  <a:pt x="1" y="1"/>
                  <a:pt x="1" y="974"/>
                  <a:pt x="659" y="974"/>
                </a:cubicBezTo>
                <a:lnTo>
                  <a:pt x="44360" y="974"/>
                </a:lnTo>
                <a:cubicBezTo>
                  <a:pt x="44618" y="974"/>
                  <a:pt x="44847" y="745"/>
                  <a:pt x="44847" y="487"/>
                </a:cubicBezTo>
                <a:cubicBezTo>
                  <a:pt x="44847" y="201"/>
                  <a:pt x="44618" y="1"/>
                  <a:pt x="4436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7"/>
          <p:cNvSpPr/>
          <p:nvPr/>
        </p:nvSpPr>
        <p:spPr>
          <a:xfrm>
            <a:off x="4789572" y="4295636"/>
            <a:ext cx="1784363" cy="91289"/>
          </a:xfrm>
          <a:custGeom>
            <a:rect b="b" l="l" r="r" t="t"/>
            <a:pathLst>
              <a:path extrusionOk="0" h="1003" w="19605">
                <a:moveTo>
                  <a:pt x="659" y="1"/>
                </a:moveTo>
                <a:cubicBezTo>
                  <a:pt x="1" y="1"/>
                  <a:pt x="1" y="1003"/>
                  <a:pt x="659" y="1003"/>
                </a:cubicBezTo>
                <a:lnTo>
                  <a:pt x="19605" y="1003"/>
                </a:lnTo>
                <a:lnTo>
                  <a:pt x="196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7"/>
          <p:cNvSpPr/>
          <p:nvPr/>
        </p:nvSpPr>
        <p:spPr>
          <a:xfrm>
            <a:off x="6474927" y="4250128"/>
            <a:ext cx="195411" cy="177845"/>
          </a:xfrm>
          <a:custGeom>
            <a:rect b="b" l="l" r="r" t="t"/>
            <a:pathLst>
              <a:path extrusionOk="0" h="1954" w="2147">
                <a:moveTo>
                  <a:pt x="1073" y="0"/>
                </a:moveTo>
                <a:cubicBezTo>
                  <a:pt x="823" y="0"/>
                  <a:pt x="573" y="100"/>
                  <a:pt x="372" y="301"/>
                </a:cubicBezTo>
                <a:cubicBezTo>
                  <a:pt x="0" y="673"/>
                  <a:pt x="0" y="1302"/>
                  <a:pt x="372" y="1674"/>
                </a:cubicBezTo>
                <a:cubicBezTo>
                  <a:pt x="573" y="1860"/>
                  <a:pt x="823" y="1953"/>
                  <a:pt x="1073" y="1953"/>
                </a:cubicBezTo>
                <a:cubicBezTo>
                  <a:pt x="1324" y="1953"/>
                  <a:pt x="1574" y="1860"/>
                  <a:pt x="1775" y="1674"/>
                </a:cubicBezTo>
                <a:cubicBezTo>
                  <a:pt x="2147" y="1302"/>
                  <a:pt x="2147" y="673"/>
                  <a:pt x="1775" y="301"/>
                </a:cubicBezTo>
                <a:cubicBezTo>
                  <a:pt x="1574" y="100"/>
                  <a:pt x="1324" y="0"/>
                  <a:pt x="10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7"/>
          <p:cNvSpPr/>
          <p:nvPr/>
        </p:nvSpPr>
        <p:spPr>
          <a:xfrm>
            <a:off x="7842452" y="2205081"/>
            <a:ext cx="1380618" cy="1955200"/>
          </a:xfrm>
          <a:custGeom>
            <a:rect b="b" l="l" r="r" t="t"/>
            <a:pathLst>
              <a:path extrusionOk="0" h="21482" w="15169">
                <a:moveTo>
                  <a:pt x="5892" y="0"/>
                </a:moveTo>
                <a:cubicBezTo>
                  <a:pt x="1137" y="0"/>
                  <a:pt x="0" y="21482"/>
                  <a:pt x="0" y="21482"/>
                </a:cubicBezTo>
                <a:lnTo>
                  <a:pt x="8701" y="21482"/>
                </a:lnTo>
                <a:cubicBezTo>
                  <a:pt x="8701" y="21482"/>
                  <a:pt x="15168" y="2364"/>
                  <a:pt x="12020" y="1706"/>
                </a:cubicBezTo>
                <a:cubicBezTo>
                  <a:pt x="11914" y="1683"/>
                  <a:pt x="11808" y="1672"/>
                  <a:pt x="11704" y="1672"/>
                </a:cubicBezTo>
                <a:cubicBezTo>
                  <a:pt x="8733" y="1672"/>
                  <a:pt x="6560" y="10641"/>
                  <a:pt x="6443" y="10641"/>
                </a:cubicBezTo>
                <a:cubicBezTo>
                  <a:pt x="6442" y="10641"/>
                  <a:pt x="6440" y="10639"/>
                  <a:pt x="6440" y="10635"/>
                </a:cubicBezTo>
                <a:cubicBezTo>
                  <a:pt x="6382" y="10320"/>
                  <a:pt x="9216" y="447"/>
                  <a:pt x="6125" y="17"/>
                </a:cubicBezTo>
                <a:cubicBezTo>
                  <a:pt x="6046" y="6"/>
                  <a:pt x="5969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7"/>
          <p:cNvSpPr/>
          <p:nvPr/>
        </p:nvSpPr>
        <p:spPr>
          <a:xfrm>
            <a:off x="5552746" y="1893987"/>
            <a:ext cx="2761235" cy="1792191"/>
          </a:xfrm>
          <a:custGeom>
            <a:rect b="b" l="l" r="r" t="t"/>
            <a:pathLst>
              <a:path extrusionOk="0" h="19691" w="30338">
                <a:moveTo>
                  <a:pt x="3292" y="1"/>
                </a:moveTo>
                <a:cubicBezTo>
                  <a:pt x="1461" y="1"/>
                  <a:pt x="1" y="1461"/>
                  <a:pt x="1" y="3264"/>
                </a:cubicBezTo>
                <a:lnTo>
                  <a:pt x="1" y="16400"/>
                </a:lnTo>
                <a:cubicBezTo>
                  <a:pt x="1" y="18203"/>
                  <a:pt x="1461" y="19691"/>
                  <a:pt x="3292" y="19691"/>
                </a:cubicBezTo>
                <a:lnTo>
                  <a:pt x="27075" y="19691"/>
                </a:lnTo>
                <a:cubicBezTo>
                  <a:pt x="28878" y="19691"/>
                  <a:pt x="30337" y="18203"/>
                  <a:pt x="30337" y="16400"/>
                </a:cubicBezTo>
                <a:lnTo>
                  <a:pt x="30337" y="3264"/>
                </a:lnTo>
                <a:cubicBezTo>
                  <a:pt x="30337" y="1461"/>
                  <a:pt x="28878" y="1"/>
                  <a:pt x="270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7"/>
          <p:cNvSpPr/>
          <p:nvPr/>
        </p:nvSpPr>
        <p:spPr>
          <a:xfrm>
            <a:off x="5672615" y="1998201"/>
            <a:ext cx="2524139" cy="1443145"/>
          </a:xfrm>
          <a:custGeom>
            <a:rect b="b" l="l" r="r" t="t"/>
            <a:pathLst>
              <a:path extrusionOk="0" h="15856" w="27733">
                <a:moveTo>
                  <a:pt x="0" y="1"/>
                </a:moveTo>
                <a:lnTo>
                  <a:pt x="0" y="15856"/>
                </a:lnTo>
                <a:lnTo>
                  <a:pt x="27732" y="15856"/>
                </a:lnTo>
                <a:lnTo>
                  <a:pt x="277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7"/>
          <p:cNvSpPr/>
          <p:nvPr/>
        </p:nvSpPr>
        <p:spPr>
          <a:xfrm>
            <a:off x="6430602" y="3686100"/>
            <a:ext cx="1005542" cy="291887"/>
          </a:xfrm>
          <a:custGeom>
            <a:rect b="b" l="l" r="r" t="t"/>
            <a:pathLst>
              <a:path extrusionOk="0" h="3207" w="11048">
                <a:moveTo>
                  <a:pt x="1" y="1"/>
                </a:moveTo>
                <a:lnTo>
                  <a:pt x="1" y="3206"/>
                </a:lnTo>
                <a:lnTo>
                  <a:pt x="11048" y="3206"/>
                </a:lnTo>
                <a:lnTo>
                  <a:pt x="11048" y="1"/>
                </a:lnTo>
                <a:close/>
              </a:path>
            </a:pathLst>
          </a:custGeom>
          <a:solidFill>
            <a:srgbClr val="E3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7"/>
          <p:cNvSpPr/>
          <p:nvPr/>
        </p:nvSpPr>
        <p:spPr>
          <a:xfrm>
            <a:off x="6144081" y="3957055"/>
            <a:ext cx="1578577" cy="203238"/>
          </a:xfrm>
          <a:custGeom>
            <a:rect b="b" l="l" r="r" t="t"/>
            <a:pathLst>
              <a:path extrusionOk="0" h="2233" w="17344">
                <a:moveTo>
                  <a:pt x="2261" y="0"/>
                </a:moveTo>
                <a:cubicBezTo>
                  <a:pt x="1031" y="0"/>
                  <a:pt x="1" y="1002"/>
                  <a:pt x="29" y="2233"/>
                </a:cubicBezTo>
                <a:lnTo>
                  <a:pt x="17344" y="2233"/>
                </a:lnTo>
                <a:cubicBezTo>
                  <a:pt x="17344" y="1002"/>
                  <a:pt x="16342" y="0"/>
                  <a:pt x="151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7"/>
          <p:cNvSpPr/>
          <p:nvPr/>
        </p:nvSpPr>
        <p:spPr>
          <a:xfrm>
            <a:off x="6248295" y="3631399"/>
            <a:ext cx="1383257" cy="106943"/>
          </a:xfrm>
          <a:custGeom>
            <a:rect b="b" l="l" r="r" t="t"/>
            <a:pathLst>
              <a:path extrusionOk="0" h="1175" w="15198">
                <a:moveTo>
                  <a:pt x="716" y="1"/>
                </a:moveTo>
                <a:cubicBezTo>
                  <a:pt x="0" y="58"/>
                  <a:pt x="0" y="1117"/>
                  <a:pt x="716" y="1174"/>
                </a:cubicBezTo>
                <a:lnTo>
                  <a:pt x="14482" y="1174"/>
                </a:lnTo>
                <a:cubicBezTo>
                  <a:pt x="15197" y="1117"/>
                  <a:pt x="15197" y="58"/>
                  <a:pt x="144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7"/>
          <p:cNvSpPr/>
          <p:nvPr/>
        </p:nvSpPr>
        <p:spPr>
          <a:xfrm>
            <a:off x="5302723" y="3798141"/>
            <a:ext cx="664324" cy="362152"/>
          </a:xfrm>
          <a:custGeom>
            <a:rect b="b" l="l" r="r" t="t"/>
            <a:pathLst>
              <a:path extrusionOk="0" h="3979" w="7299">
                <a:moveTo>
                  <a:pt x="1031" y="1"/>
                </a:moveTo>
                <a:cubicBezTo>
                  <a:pt x="487" y="1"/>
                  <a:pt x="1" y="458"/>
                  <a:pt x="1" y="1031"/>
                </a:cubicBezTo>
                <a:cubicBezTo>
                  <a:pt x="1" y="2662"/>
                  <a:pt x="1346" y="3979"/>
                  <a:pt x="2977" y="3979"/>
                </a:cubicBezTo>
                <a:lnTo>
                  <a:pt x="4322" y="3979"/>
                </a:lnTo>
                <a:cubicBezTo>
                  <a:pt x="5982" y="3979"/>
                  <a:pt x="7298" y="2662"/>
                  <a:pt x="7298" y="1031"/>
                </a:cubicBezTo>
                <a:cubicBezTo>
                  <a:pt x="7298" y="458"/>
                  <a:pt x="6841" y="1"/>
                  <a:pt x="62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7"/>
          <p:cNvSpPr/>
          <p:nvPr/>
        </p:nvSpPr>
        <p:spPr>
          <a:xfrm>
            <a:off x="5237647" y="3256138"/>
            <a:ext cx="802304" cy="542090"/>
          </a:xfrm>
          <a:custGeom>
            <a:rect b="b" l="l" r="r" t="t"/>
            <a:pathLst>
              <a:path extrusionOk="0" h="5956" w="8815">
                <a:moveTo>
                  <a:pt x="4624" y="1"/>
                </a:moveTo>
                <a:cubicBezTo>
                  <a:pt x="4609" y="1"/>
                  <a:pt x="4594" y="2"/>
                  <a:pt x="4579" y="3"/>
                </a:cubicBezTo>
                <a:cubicBezTo>
                  <a:pt x="3492" y="60"/>
                  <a:pt x="3492" y="2951"/>
                  <a:pt x="3492" y="2951"/>
                </a:cubicBezTo>
                <a:cubicBezTo>
                  <a:pt x="3492" y="2951"/>
                  <a:pt x="2695" y="1756"/>
                  <a:pt x="2081" y="1756"/>
                </a:cubicBezTo>
                <a:cubicBezTo>
                  <a:pt x="1923" y="1756"/>
                  <a:pt x="1777" y="1835"/>
                  <a:pt x="1660" y="2035"/>
                </a:cubicBezTo>
                <a:cubicBezTo>
                  <a:pt x="1240" y="2714"/>
                  <a:pt x="1630" y="3394"/>
                  <a:pt x="1904" y="3742"/>
                </a:cubicBezTo>
                <a:lnTo>
                  <a:pt x="1904" y="3742"/>
                </a:lnTo>
                <a:cubicBezTo>
                  <a:pt x="1716" y="3560"/>
                  <a:pt x="1428" y="3341"/>
                  <a:pt x="1125" y="3341"/>
                </a:cubicBezTo>
                <a:cubicBezTo>
                  <a:pt x="959" y="3341"/>
                  <a:pt x="789" y="3407"/>
                  <a:pt x="630" y="3580"/>
                </a:cubicBezTo>
                <a:cubicBezTo>
                  <a:pt x="0" y="4296"/>
                  <a:pt x="2375" y="5927"/>
                  <a:pt x="2375" y="5927"/>
                </a:cubicBezTo>
                <a:lnTo>
                  <a:pt x="5924" y="5956"/>
                </a:lnTo>
                <a:cubicBezTo>
                  <a:pt x="5924" y="5956"/>
                  <a:pt x="8815" y="3552"/>
                  <a:pt x="8099" y="3094"/>
                </a:cubicBezTo>
                <a:cubicBezTo>
                  <a:pt x="7981" y="3013"/>
                  <a:pt x="7858" y="2980"/>
                  <a:pt x="7734" y="2980"/>
                </a:cubicBezTo>
                <a:cubicBezTo>
                  <a:pt x="7106" y="2980"/>
                  <a:pt x="6468" y="3838"/>
                  <a:pt x="6468" y="3838"/>
                </a:cubicBezTo>
                <a:cubicBezTo>
                  <a:pt x="6468" y="3838"/>
                  <a:pt x="8357" y="1262"/>
                  <a:pt x="7241" y="1062"/>
                </a:cubicBezTo>
                <a:cubicBezTo>
                  <a:pt x="7183" y="1050"/>
                  <a:pt x="7125" y="1044"/>
                  <a:pt x="7069" y="1044"/>
                </a:cubicBezTo>
                <a:cubicBezTo>
                  <a:pt x="6038" y="1044"/>
                  <a:pt x="5266" y="2922"/>
                  <a:pt x="5266" y="2922"/>
                </a:cubicBezTo>
                <a:cubicBezTo>
                  <a:pt x="5266" y="2922"/>
                  <a:pt x="5655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7"/>
          <p:cNvSpPr/>
          <p:nvPr/>
        </p:nvSpPr>
        <p:spPr>
          <a:xfrm>
            <a:off x="4714028" y="4132990"/>
            <a:ext cx="4217305" cy="55702"/>
          </a:xfrm>
          <a:custGeom>
            <a:rect b="b" l="l" r="r" t="t"/>
            <a:pathLst>
              <a:path extrusionOk="0" h="612" w="46336">
                <a:moveTo>
                  <a:pt x="1060" y="1"/>
                </a:moveTo>
                <a:cubicBezTo>
                  <a:pt x="859" y="1"/>
                  <a:pt x="659" y="4"/>
                  <a:pt x="459" y="13"/>
                </a:cubicBezTo>
                <a:lnTo>
                  <a:pt x="401" y="13"/>
                </a:lnTo>
                <a:cubicBezTo>
                  <a:pt x="1" y="13"/>
                  <a:pt x="1" y="586"/>
                  <a:pt x="401" y="586"/>
                </a:cubicBezTo>
                <a:lnTo>
                  <a:pt x="44103" y="586"/>
                </a:lnTo>
                <a:cubicBezTo>
                  <a:pt x="44484" y="586"/>
                  <a:pt x="44879" y="611"/>
                  <a:pt x="45277" y="611"/>
                </a:cubicBezTo>
                <a:cubicBezTo>
                  <a:pt x="45477" y="611"/>
                  <a:pt x="45677" y="605"/>
                  <a:pt x="45877" y="586"/>
                </a:cubicBezTo>
                <a:lnTo>
                  <a:pt x="45963" y="586"/>
                </a:lnTo>
                <a:cubicBezTo>
                  <a:pt x="46335" y="586"/>
                  <a:pt x="46335" y="13"/>
                  <a:pt x="45963" y="13"/>
                </a:cubicBezTo>
                <a:lnTo>
                  <a:pt x="2262" y="13"/>
                </a:lnTo>
                <a:cubicBezTo>
                  <a:pt x="1861" y="13"/>
                  <a:pt x="1460" y="1"/>
                  <a:pt x="10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57"/>
          <p:cNvGrpSpPr/>
          <p:nvPr/>
        </p:nvGrpSpPr>
        <p:grpSpPr>
          <a:xfrm>
            <a:off x="6151871" y="2100503"/>
            <a:ext cx="1578639" cy="1284706"/>
            <a:chOff x="2357113" y="709250"/>
            <a:chExt cx="2171252" cy="1766978"/>
          </a:xfrm>
        </p:grpSpPr>
        <p:sp>
          <p:nvSpPr>
            <p:cNvPr id="578" name="Google Shape;578;p57"/>
            <p:cNvSpPr/>
            <p:nvPr/>
          </p:nvSpPr>
          <p:spPr>
            <a:xfrm>
              <a:off x="3734270" y="747515"/>
              <a:ext cx="491253" cy="292716"/>
            </a:xfrm>
            <a:custGeom>
              <a:rect b="b" l="l" r="r" t="t"/>
              <a:pathLst>
                <a:path extrusionOk="0" h="6701" w="11246">
                  <a:moveTo>
                    <a:pt x="7977" y="2830"/>
                  </a:moveTo>
                  <a:cubicBezTo>
                    <a:pt x="9146" y="3597"/>
                    <a:pt x="10917" y="4272"/>
                    <a:pt x="11190" y="5787"/>
                  </a:cubicBezTo>
                  <a:cubicBezTo>
                    <a:pt x="11245" y="6079"/>
                    <a:pt x="11209" y="6390"/>
                    <a:pt x="11117" y="6700"/>
                  </a:cubicBezTo>
                  <a:cubicBezTo>
                    <a:pt x="7485" y="4875"/>
                    <a:pt x="3706" y="3159"/>
                    <a:pt x="0" y="1406"/>
                  </a:cubicBezTo>
                  <a:cubicBezTo>
                    <a:pt x="164" y="968"/>
                    <a:pt x="511" y="639"/>
                    <a:pt x="931" y="493"/>
                  </a:cubicBezTo>
                  <a:cubicBezTo>
                    <a:pt x="2209" y="0"/>
                    <a:pt x="3907" y="968"/>
                    <a:pt x="4911" y="1333"/>
                  </a:cubicBezTo>
                  <a:cubicBezTo>
                    <a:pt x="5257" y="767"/>
                    <a:pt x="5714" y="329"/>
                    <a:pt x="6499" y="329"/>
                  </a:cubicBezTo>
                  <a:cubicBezTo>
                    <a:pt x="7722" y="366"/>
                    <a:pt x="8525" y="1570"/>
                    <a:pt x="7977" y="2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7"/>
            <p:cNvSpPr/>
            <p:nvPr/>
          </p:nvSpPr>
          <p:spPr>
            <a:xfrm>
              <a:off x="3960717" y="796963"/>
              <a:ext cx="124451" cy="106891"/>
            </a:xfrm>
            <a:custGeom>
              <a:rect b="b" l="l" r="r" t="t"/>
              <a:pathLst>
                <a:path extrusionOk="0" h="2447" w="2849">
                  <a:moveTo>
                    <a:pt x="1516" y="19"/>
                  </a:moveTo>
                  <a:cubicBezTo>
                    <a:pt x="2848" y="55"/>
                    <a:pt x="2319" y="2446"/>
                    <a:pt x="1004" y="1935"/>
                  </a:cubicBezTo>
                  <a:cubicBezTo>
                    <a:pt x="0" y="1552"/>
                    <a:pt x="585" y="0"/>
                    <a:pt x="1516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7"/>
            <p:cNvSpPr/>
            <p:nvPr/>
          </p:nvSpPr>
          <p:spPr>
            <a:xfrm>
              <a:off x="3015791" y="723578"/>
              <a:ext cx="1337296" cy="1547059"/>
            </a:xfrm>
            <a:custGeom>
              <a:rect b="b" l="l" r="r" t="t"/>
              <a:pathLst>
                <a:path extrusionOk="0" h="35416" w="30614">
                  <a:moveTo>
                    <a:pt x="9274" y="4948"/>
                  </a:moveTo>
                  <a:cubicBezTo>
                    <a:pt x="9456" y="4473"/>
                    <a:pt x="9767" y="3761"/>
                    <a:pt x="10095" y="3068"/>
                  </a:cubicBezTo>
                  <a:cubicBezTo>
                    <a:pt x="10771" y="1644"/>
                    <a:pt x="11337" y="1"/>
                    <a:pt x="12614" y="56"/>
                  </a:cubicBezTo>
                  <a:cubicBezTo>
                    <a:pt x="13235" y="92"/>
                    <a:pt x="14075" y="402"/>
                    <a:pt x="14896" y="731"/>
                  </a:cubicBezTo>
                  <a:cubicBezTo>
                    <a:pt x="15718" y="1041"/>
                    <a:pt x="16466" y="1461"/>
                    <a:pt x="17215" y="1808"/>
                  </a:cubicBezTo>
                  <a:cubicBezTo>
                    <a:pt x="20482" y="3378"/>
                    <a:pt x="22837" y="4820"/>
                    <a:pt x="26233" y="6317"/>
                  </a:cubicBezTo>
                  <a:cubicBezTo>
                    <a:pt x="26981" y="6646"/>
                    <a:pt x="27748" y="7047"/>
                    <a:pt x="28478" y="7431"/>
                  </a:cubicBezTo>
                  <a:cubicBezTo>
                    <a:pt x="29482" y="7978"/>
                    <a:pt x="30559" y="8471"/>
                    <a:pt x="30596" y="9347"/>
                  </a:cubicBezTo>
                  <a:cubicBezTo>
                    <a:pt x="30614" y="9767"/>
                    <a:pt x="30267" y="10333"/>
                    <a:pt x="30048" y="10917"/>
                  </a:cubicBezTo>
                  <a:cubicBezTo>
                    <a:pt x="29811" y="11501"/>
                    <a:pt x="29500" y="12031"/>
                    <a:pt x="29281" y="12506"/>
                  </a:cubicBezTo>
                  <a:cubicBezTo>
                    <a:pt x="28734" y="13637"/>
                    <a:pt x="28223" y="14678"/>
                    <a:pt x="27766" y="15645"/>
                  </a:cubicBezTo>
                  <a:cubicBezTo>
                    <a:pt x="26653" y="17964"/>
                    <a:pt x="25813" y="19990"/>
                    <a:pt x="24845" y="22199"/>
                  </a:cubicBezTo>
                  <a:cubicBezTo>
                    <a:pt x="23933" y="24298"/>
                    <a:pt x="23056" y="26562"/>
                    <a:pt x="22016" y="28771"/>
                  </a:cubicBezTo>
                  <a:cubicBezTo>
                    <a:pt x="21121" y="30651"/>
                    <a:pt x="20263" y="33353"/>
                    <a:pt x="18876" y="34503"/>
                  </a:cubicBezTo>
                  <a:cubicBezTo>
                    <a:pt x="17762" y="35416"/>
                    <a:pt x="16247" y="34850"/>
                    <a:pt x="14458" y="34138"/>
                  </a:cubicBezTo>
                  <a:cubicBezTo>
                    <a:pt x="10935" y="32732"/>
                    <a:pt x="7886" y="31016"/>
                    <a:pt x="4637" y="29483"/>
                  </a:cubicBezTo>
                  <a:cubicBezTo>
                    <a:pt x="3870" y="29118"/>
                    <a:pt x="2958" y="28734"/>
                    <a:pt x="2154" y="28333"/>
                  </a:cubicBezTo>
                  <a:cubicBezTo>
                    <a:pt x="1223" y="27876"/>
                    <a:pt x="329" y="27347"/>
                    <a:pt x="164" y="26781"/>
                  </a:cubicBezTo>
                  <a:cubicBezTo>
                    <a:pt x="0" y="26233"/>
                    <a:pt x="457" y="25138"/>
                    <a:pt x="876" y="24207"/>
                  </a:cubicBezTo>
                  <a:cubicBezTo>
                    <a:pt x="1296" y="23221"/>
                    <a:pt x="1753" y="22308"/>
                    <a:pt x="2136" y="21487"/>
                  </a:cubicBezTo>
                  <a:cubicBezTo>
                    <a:pt x="4637" y="16138"/>
                    <a:pt x="6882" y="10406"/>
                    <a:pt x="9256" y="5003"/>
                  </a:cubicBezTo>
                  <a:cubicBezTo>
                    <a:pt x="9256" y="4984"/>
                    <a:pt x="9274" y="4966"/>
                    <a:pt x="9274" y="49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7"/>
            <p:cNvSpPr/>
            <p:nvPr/>
          </p:nvSpPr>
          <p:spPr>
            <a:xfrm>
              <a:off x="3142556" y="1637446"/>
              <a:ext cx="52681" cy="77362"/>
            </a:xfrm>
            <a:custGeom>
              <a:rect b="b" l="l" r="r" t="t"/>
              <a:pathLst>
                <a:path extrusionOk="0" h="1771" w="1206">
                  <a:moveTo>
                    <a:pt x="1206" y="128"/>
                  </a:moveTo>
                  <a:cubicBezTo>
                    <a:pt x="1206" y="420"/>
                    <a:pt x="950" y="876"/>
                    <a:pt x="658" y="1296"/>
                  </a:cubicBezTo>
                  <a:cubicBezTo>
                    <a:pt x="548" y="1479"/>
                    <a:pt x="348" y="1771"/>
                    <a:pt x="165" y="1680"/>
                  </a:cubicBezTo>
                  <a:cubicBezTo>
                    <a:pt x="1" y="1588"/>
                    <a:pt x="129" y="1205"/>
                    <a:pt x="202" y="1077"/>
                  </a:cubicBezTo>
                  <a:cubicBezTo>
                    <a:pt x="384" y="676"/>
                    <a:pt x="640" y="310"/>
                    <a:pt x="968" y="18"/>
                  </a:cubicBezTo>
                  <a:cubicBezTo>
                    <a:pt x="1060" y="0"/>
                    <a:pt x="1151" y="55"/>
                    <a:pt x="1206" y="1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7"/>
            <p:cNvSpPr/>
            <p:nvPr/>
          </p:nvSpPr>
          <p:spPr>
            <a:xfrm>
              <a:off x="3168896" y="1703624"/>
              <a:ext cx="42285" cy="50279"/>
            </a:xfrm>
            <a:custGeom>
              <a:rect b="b" l="l" r="r" t="t"/>
              <a:pathLst>
                <a:path extrusionOk="0" h="1151" w="968">
                  <a:moveTo>
                    <a:pt x="493" y="37"/>
                  </a:moveTo>
                  <a:cubicBezTo>
                    <a:pt x="968" y="165"/>
                    <a:pt x="493" y="1150"/>
                    <a:pt x="146" y="931"/>
                  </a:cubicBezTo>
                  <a:cubicBezTo>
                    <a:pt x="0" y="822"/>
                    <a:pt x="55" y="274"/>
                    <a:pt x="237" y="92"/>
                  </a:cubicBezTo>
                  <a:cubicBezTo>
                    <a:pt x="311" y="19"/>
                    <a:pt x="402" y="0"/>
                    <a:pt x="49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7"/>
            <p:cNvSpPr/>
            <p:nvPr/>
          </p:nvSpPr>
          <p:spPr>
            <a:xfrm>
              <a:off x="3103504" y="1804092"/>
              <a:ext cx="27127" cy="50279"/>
            </a:xfrm>
            <a:custGeom>
              <a:rect b="b" l="l" r="r" t="t"/>
              <a:pathLst>
                <a:path extrusionOk="0" h="1151" w="621">
                  <a:moveTo>
                    <a:pt x="384" y="37"/>
                  </a:moveTo>
                  <a:cubicBezTo>
                    <a:pt x="566" y="73"/>
                    <a:pt x="621" y="329"/>
                    <a:pt x="566" y="566"/>
                  </a:cubicBezTo>
                  <a:cubicBezTo>
                    <a:pt x="548" y="767"/>
                    <a:pt x="384" y="1150"/>
                    <a:pt x="183" y="1041"/>
                  </a:cubicBezTo>
                  <a:cubicBezTo>
                    <a:pt x="55" y="931"/>
                    <a:pt x="0" y="749"/>
                    <a:pt x="37" y="585"/>
                  </a:cubicBezTo>
                  <a:cubicBezTo>
                    <a:pt x="73" y="329"/>
                    <a:pt x="165" y="0"/>
                    <a:pt x="384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7"/>
            <p:cNvSpPr/>
            <p:nvPr/>
          </p:nvSpPr>
          <p:spPr>
            <a:xfrm>
              <a:off x="3179249" y="887865"/>
              <a:ext cx="1011163" cy="1217693"/>
            </a:xfrm>
            <a:custGeom>
              <a:rect b="b" l="l" r="r" t="t"/>
              <a:pathLst>
                <a:path extrusionOk="0" h="27876" w="23148">
                  <a:moveTo>
                    <a:pt x="7485" y="3962"/>
                  </a:moveTo>
                  <a:cubicBezTo>
                    <a:pt x="7631" y="3597"/>
                    <a:pt x="7887" y="3012"/>
                    <a:pt x="8161" y="2465"/>
                  </a:cubicBezTo>
                  <a:cubicBezTo>
                    <a:pt x="8690" y="1315"/>
                    <a:pt x="9146" y="0"/>
                    <a:pt x="10096" y="0"/>
                  </a:cubicBezTo>
                  <a:cubicBezTo>
                    <a:pt x="10570" y="0"/>
                    <a:pt x="11173" y="219"/>
                    <a:pt x="11757" y="457"/>
                  </a:cubicBezTo>
                  <a:cubicBezTo>
                    <a:pt x="12359" y="676"/>
                    <a:pt x="12907" y="986"/>
                    <a:pt x="13454" y="1260"/>
                  </a:cubicBezTo>
                  <a:cubicBezTo>
                    <a:pt x="15828" y="2392"/>
                    <a:pt x="17544" y="3469"/>
                    <a:pt x="20008" y="4564"/>
                  </a:cubicBezTo>
                  <a:cubicBezTo>
                    <a:pt x="20556" y="4801"/>
                    <a:pt x="21103" y="5093"/>
                    <a:pt x="21633" y="5386"/>
                  </a:cubicBezTo>
                  <a:cubicBezTo>
                    <a:pt x="22381" y="5787"/>
                    <a:pt x="23148" y="6134"/>
                    <a:pt x="23148" y="6846"/>
                  </a:cubicBezTo>
                  <a:cubicBezTo>
                    <a:pt x="23148" y="7175"/>
                    <a:pt x="22874" y="7631"/>
                    <a:pt x="22692" y="8106"/>
                  </a:cubicBezTo>
                  <a:cubicBezTo>
                    <a:pt x="22509" y="8580"/>
                    <a:pt x="22272" y="9000"/>
                    <a:pt x="22089" y="9383"/>
                  </a:cubicBezTo>
                  <a:cubicBezTo>
                    <a:pt x="21651" y="10296"/>
                    <a:pt x="21249" y="11136"/>
                    <a:pt x="20866" y="11921"/>
                  </a:cubicBezTo>
                  <a:cubicBezTo>
                    <a:pt x="19990" y="13783"/>
                    <a:pt x="19314" y="15426"/>
                    <a:pt x="18529" y="17197"/>
                  </a:cubicBezTo>
                  <a:cubicBezTo>
                    <a:pt x="17781" y="18894"/>
                    <a:pt x="17087" y="20720"/>
                    <a:pt x="16248" y="22491"/>
                  </a:cubicBezTo>
                  <a:cubicBezTo>
                    <a:pt x="15536" y="24006"/>
                    <a:pt x="14805" y="26178"/>
                    <a:pt x="13747" y="27127"/>
                  </a:cubicBezTo>
                  <a:cubicBezTo>
                    <a:pt x="12907" y="27876"/>
                    <a:pt x="11793" y="27474"/>
                    <a:pt x="10479" y="26963"/>
                  </a:cubicBezTo>
                  <a:cubicBezTo>
                    <a:pt x="7923" y="25941"/>
                    <a:pt x="5714" y="24663"/>
                    <a:pt x="3341" y="23549"/>
                  </a:cubicBezTo>
                  <a:cubicBezTo>
                    <a:pt x="2775" y="23276"/>
                    <a:pt x="2118" y="23002"/>
                    <a:pt x="1534" y="22691"/>
                  </a:cubicBezTo>
                  <a:cubicBezTo>
                    <a:pt x="858" y="22363"/>
                    <a:pt x="201" y="21979"/>
                    <a:pt x="110" y="21541"/>
                  </a:cubicBezTo>
                  <a:cubicBezTo>
                    <a:pt x="0" y="21103"/>
                    <a:pt x="384" y="20227"/>
                    <a:pt x="712" y="19460"/>
                  </a:cubicBezTo>
                  <a:cubicBezTo>
                    <a:pt x="1041" y="18712"/>
                    <a:pt x="1406" y="17945"/>
                    <a:pt x="1716" y="17288"/>
                  </a:cubicBezTo>
                  <a:cubicBezTo>
                    <a:pt x="3725" y="12980"/>
                    <a:pt x="5550" y="8361"/>
                    <a:pt x="7467" y="3998"/>
                  </a:cubicBezTo>
                  <a:cubicBezTo>
                    <a:pt x="7467" y="3998"/>
                    <a:pt x="7485" y="3980"/>
                    <a:pt x="7485" y="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7"/>
            <p:cNvSpPr/>
            <p:nvPr/>
          </p:nvSpPr>
          <p:spPr>
            <a:xfrm>
              <a:off x="3597109" y="954829"/>
              <a:ext cx="116458" cy="110080"/>
            </a:xfrm>
            <a:custGeom>
              <a:rect b="b" l="l" r="r" t="t"/>
              <a:pathLst>
                <a:path extrusionOk="0" h="2520" w="2666">
                  <a:moveTo>
                    <a:pt x="749" y="1297"/>
                  </a:moveTo>
                  <a:cubicBezTo>
                    <a:pt x="968" y="1133"/>
                    <a:pt x="1205" y="877"/>
                    <a:pt x="1461" y="658"/>
                  </a:cubicBezTo>
                  <a:cubicBezTo>
                    <a:pt x="1698" y="457"/>
                    <a:pt x="1972" y="147"/>
                    <a:pt x="2264" y="74"/>
                  </a:cubicBezTo>
                  <a:cubicBezTo>
                    <a:pt x="2410" y="19"/>
                    <a:pt x="2574" y="110"/>
                    <a:pt x="2629" y="256"/>
                  </a:cubicBezTo>
                  <a:cubicBezTo>
                    <a:pt x="2665" y="585"/>
                    <a:pt x="1972" y="1187"/>
                    <a:pt x="1826" y="1370"/>
                  </a:cubicBezTo>
                  <a:cubicBezTo>
                    <a:pt x="1552" y="1717"/>
                    <a:pt x="1260" y="2045"/>
                    <a:pt x="931" y="2337"/>
                  </a:cubicBezTo>
                  <a:cubicBezTo>
                    <a:pt x="785" y="2447"/>
                    <a:pt x="621" y="2502"/>
                    <a:pt x="457" y="2520"/>
                  </a:cubicBezTo>
                  <a:cubicBezTo>
                    <a:pt x="0" y="2465"/>
                    <a:pt x="0" y="1498"/>
                    <a:pt x="0" y="950"/>
                  </a:cubicBezTo>
                  <a:cubicBezTo>
                    <a:pt x="0" y="640"/>
                    <a:pt x="37" y="19"/>
                    <a:pt x="329" y="1"/>
                  </a:cubicBezTo>
                  <a:cubicBezTo>
                    <a:pt x="749" y="1"/>
                    <a:pt x="712" y="877"/>
                    <a:pt x="749" y="12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7"/>
            <p:cNvSpPr/>
            <p:nvPr/>
          </p:nvSpPr>
          <p:spPr>
            <a:xfrm>
              <a:off x="3444004" y="1271436"/>
              <a:ext cx="116458" cy="110080"/>
            </a:xfrm>
            <a:custGeom>
              <a:rect b="b" l="l" r="r" t="t"/>
              <a:pathLst>
                <a:path extrusionOk="0" h="2520" w="2666">
                  <a:moveTo>
                    <a:pt x="749" y="1278"/>
                  </a:moveTo>
                  <a:cubicBezTo>
                    <a:pt x="968" y="1114"/>
                    <a:pt x="1205" y="876"/>
                    <a:pt x="1461" y="639"/>
                  </a:cubicBezTo>
                  <a:cubicBezTo>
                    <a:pt x="1698" y="456"/>
                    <a:pt x="1972" y="146"/>
                    <a:pt x="2264" y="55"/>
                  </a:cubicBezTo>
                  <a:cubicBezTo>
                    <a:pt x="2410" y="18"/>
                    <a:pt x="2574" y="110"/>
                    <a:pt x="2611" y="256"/>
                  </a:cubicBezTo>
                  <a:cubicBezTo>
                    <a:pt x="2665" y="566"/>
                    <a:pt x="1972" y="1187"/>
                    <a:pt x="1826" y="1351"/>
                  </a:cubicBezTo>
                  <a:cubicBezTo>
                    <a:pt x="1552" y="1716"/>
                    <a:pt x="1260" y="2026"/>
                    <a:pt x="931" y="2318"/>
                  </a:cubicBezTo>
                  <a:cubicBezTo>
                    <a:pt x="785" y="2428"/>
                    <a:pt x="621" y="2501"/>
                    <a:pt x="457" y="2519"/>
                  </a:cubicBezTo>
                  <a:cubicBezTo>
                    <a:pt x="0" y="2464"/>
                    <a:pt x="0" y="1497"/>
                    <a:pt x="0" y="949"/>
                  </a:cubicBezTo>
                  <a:cubicBezTo>
                    <a:pt x="0" y="639"/>
                    <a:pt x="37" y="18"/>
                    <a:pt x="329" y="0"/>
                  </a:cubicBezTo>
                  <a:cubicBezTo>
                    <a:pt x="749" y="0"/>
                    <a:pt x="712" y="876"/>
                    <a:pt x="749" y="12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7"/>
            <p:cNvSpPr/>
            <p:nvPr/>
          </p:nvSpPr>
          <p:spPr>
            <a:xfrm>
              <a:off x="3500616" y="1122306"/>
              <a:ext cx="126810" cy="106105"/>
            </a:xfrm>
            <a:custGeom>
              <a:rect b="b" l="l" r="r" t="t"/>
              <a:pathLst>
                <a:path extrusionOk="0" h="2429" w="2903">
                  <a:moveTo>
                    <a:pt x="621" y="1406"/>
                  </a:moveTo>
                  <a:cubicBezTo>
                    <a:pt x="895" y="1223"/>
                    <a:pt x="1187" y="931"/>
                    <a:pt x="1534" y="676"/>
                  </a:cubicBezTo>
                  <a:cubicBezTo>
                    <a:pt x="1881" y="420"/>
                    <a:pt x="2209" y="128"/>
                    <a:pt x="2574" y="19"/>
                  </a:cubicBezTo>
                  <a:cubicBezTo>
                    <a:pt x="2702" y="0"/>
                    <a:pt x="2830" y="92"/>
                    <a:pt x="2866" y="219"/>
                  </a:cubicBezTo>
                  <a:cubicBezTo>
                    <a:pt x="2903" y="457"/>
                    <a:pt x="2465" y="785"/>
                    <a:pt x="2373" y="877"/>
                  </a:cubicBezTo>
                  <a:cubicBezTo>
                    <a:pt x="1990" y="1242"/>
                    <a:pt x="1570" y="1570"/>
                    <a:pt x="1150" y="1899"/>
                  </a:cubicBezTo>
                  <a:cubicBezTo>
                    <a:pt x="877" y="2100"/>
                    <a:pt x="365" y="2428"/>
                    <a:pt x="128" y="2008"/>
                  </a:cubicBezTo>
                  <a:cubicBezTo>
                    <a:pt x="0" y="1789"/>
                    <a:pt x="37" y="1260"/>
                    <a:pt x="73" y="895"/>
                  </a:cubicBezTo>
                  <a:cubicBezTo>
                    <a:pt x="110" y="548"/>
                    <a:pt x="219" y="219"/>
                    <a:pt x="457" y="292"/>
                  </a:cubicBezTo>
                  <a:cubicBezTo>
                    <a:pt x="712" y="365"/>
                    <a:pt x="603" y="1041"/>
                    <a:pt x="621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7"/>
            <p:cNvSpPr/>
            <p:nvPr/>
          </p:nvSpPr>
          <p:spPr>
            <a:xfrm>
              <a:off x="3293258" y="1576029"/>
              <a:ext cx="126068" cy="106105"/>
            </a:xfrm>
            <a:custGeom>
              <a:rect b="b" l="l" r="r" t="t"/>
              <a:pathLst>
                <a:path extrusionOk="0" h="2429" w="2886">
                  <a:moveTo>
                    <a:pt x="603" y="1406"/>
                  </a:moveTo>
                  <a:cubicBezTo>
                    <a:pt x="877" y="1224"/>
                    <a:pt x="1188" y="913"/>
                    <a:pt x="1516" y="676"/>
                  </a:cubicBezTo>
                  <a:cubicBezTo>
                    <a:pt x="1863" y="420"/>
                    <a:pt x="2192" y="110"/>
                    <a:pt x="2557" y="19"/>
                  </a:cubicBezTo>
                  <a:cubicBezTo>
                    <a:pt x="2684" y="0"/>
                    <a:pt x="2812" y="73"/>
                    <a:pt x="2867" y="220"/>
                  </a:cubicBezTo>
                  <a:cubicBezTo>
                    <a:pt x="2885" y="457"/>
                    <a:pt x="2465" y="785"/>
                    <a:pt x="2374" y="858"/>
                  </a:cubicBezTo>
                  <a:cubicBezTo>
                    <a:pt x="1973" y="1224"/>
                    <a:pt x="1571" y="1570"/>
                    <a:pt x="1133" y="1899"/>
                  </a:cubicBezTo>
                  <a:cubicBezTo>
                    <a:pt x="859" y="2100"/>
                    <a:pt x="366" y="2428"/>
                    <a:pt x="129" y="2009"/>
                  </a:cubicBezTo>
                  <a:cubicBezTo>
                    <a:pt x="1" y="1771"/>
                    <a:pt x="19" y="1260"/>
                    <a:pt x="74" y="895"/>
                  </a:cubicBezTo>
                  <a:cubicBezTo>
                    <a:pt x="110" y="548"/>
                    <a:pt x="202" y="220"/>
                    <a:pt x="457" y="293"/>
                  </a:cubicBezTo>
                  <a:cubicBezTo>
                    <a:pt x="713" y="384"/>
                    <a:pt x="603" y="1041"/>
                    <a:pt x="603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7"/>
            <p:cNvSpPr/>
            <p:nvPr/>
          </p:nvSpPr>
          <p:spPr>
            <a:xfrm>
              <a:off x="3350700" y="1440484"/>
              <a:ext cx="110866" cy="104489"/>
            </a:xfrm>
            <a:custGeom>
              <a:rect b="b" l="l" r="r" t="t"/>
              <a:pathLst>
                <a:path extrusionOk="0" h="2392" w="2538">
                  <a:moveTo>
                    <a:pt x="1716" y="0"/>
                  </a:moveTo>
                  <a:cubicBezTo>
                    <a:pt x="1534" y="0"/>
                    <a:pt x="1406" y="256"/>
                    <a:pt x="1278" y="511"/>
                  </a:cubicBezTo>
                  <a:lnTo>
                    <a:pt x="1223" y="621"/>
                  </a:lnTo>
                  <a:cubicBezTo>
                    <a:pt x="1187" y="676"/>
                    <a:pt x="1150" y="749"/>
                    <a:pt x="1114" y="822"/>
                  </a:cubicBezTo>
                  <a:lnTo>
                    <a:pt x="1041" y="785"/>
                  </a:lnTo>
                  <a:lnTo>
                    <a:pt x="895" y="730"/>
                  </a:lnTo>
                  <a:cubicBezTo>
                    <a:pt x="712" y="657"/>
                    <a:pt x="530" y="603"/>
                    <a:pt x="329" y="584"/>
                  </a:cubicBezTo>
                  <a:cubicBezTo>
                    <a:pt x="128" y="584"/>
                    <a:pt x="73" y="676"/>
                    <a:pt x="55" y="749"/>
                  </a:cubicBezTo>
                  <a:cubicBezTo>
                    <a:pt x="0" y="986"/>
                    <a:pt x="365" y="1205"/>
                    <a:pt x="840" y="1406"/>
                  </a:cubicBezTo>
                  <a:cubicBezTo>
                    <a:pt x="822" y="1461"/>
                    <a:pt x="804" y="1497"/>
                    <a:pt x="785" y="1552"/>
                  </a:cubicBezTo>
                  <a:cubicBezTo>
                    <a:pt x="658" y="1826"/>
                    <a:pt x="548" y="2118"/>
                    <a:pt x="621" y="2282"/>
                  </a:cubicBezTo>
                  <a:cubicBezTo>
                    <a:pt x="639" y="2337"/>
                    <a:pt x="694" y="2373"/>
                    <a:pt x="767" y="2392"/>
                  </a:cubicBezTo>
                  <a:lnTo>
                    <a:pt x="804" y="2392"/>
                  </a:lnTo>
                  <a:cubicBezTo>
                    <a:pt x="1023" y="2392"/>
                    <a:pt x="1242" y="2045"/>
                    <a:pt x="1461" y="1625"/>
                  </a:cubicBezTo>
                  <a:cubicBezTo>
                    <a:pt x="1607" y="1661"/>
                    <a:pt x="1753" y="1698"/>
                    <a:pt x="1881" y="1734"/>
                  </a:cubicBezTo>
                  <a:cubicBezTo>
                    <a:pt x="1972" y="1771"/>
                    <a:pt x="2081" y="1789"/>
                    <a:pt x="2191" y="1807"/>
                  </a:cubicBezTo>
                  <a:cubicBezTo>
                    <a:pt x="2392" y="1807"/>
                    <a:pt x="2465" y="1716"/>
                    <a:pt x="2501" y="1643"/>
                  </a:cubicBezTo>
                  <a:cubicBezTo>
                    <a:pt x="2538" y="1424"/>
                    <a:pt x="2246" y="1296"/>
                    <a:pt x="1972" y="1168"/>
                  </a:cubicBezTo>
                  <a:lnTo>
                    <a:pt x="1862" y="1132"/>
                  </a:lnTo>
                  <a:cubicBezTo>
                    <a:pt x="1808" y="1095"/>
                    <a:pt x="1753" y="1077"/>
                    <a:pt x="1698" y="1041"/>
                  </a:cubicBezTo>
                  <a:cubicBezTo>
                    <a:pt x="1753" y="895"/>
                    <a:pt x="1808" y="749"/>
                    <a:pt x="1844" y="621"/>
                  </a:cubicBezTo>
                  <a:cubicBezTo>
                    <a:pt x="1899" y="493"/>
                    <a:pt x="2027" y="91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7"/>
            <p:cNvSpPr/>
            <p:nvPr/>
          </p:nvSpPr>
          <p:spPr>
            <a:xfrm>
              <a:off x="3698364" y="1017032"/>
              <a:ext cx="429879" cy="256023"/>
            </a:xfrm>
            <a:custGeom>
              <a:rect b="b" l="l" r="r" t="t"/>
              <a:pathLst>
                <a:path extrusionOk="0" h="5861" w="9841">
                  <a:moveTo>
                    <a:pt x="475" y="1"/>
                  </a:moveTo>
                  <a:lnTo>
                    <a:pt x="1" y="986"/>
                  </a:lnTo>
                  <a:cubicBezTo>
                    <a:pt x="201" y="1096"/>
                    <a:pt x="402" y="1187"/>
                    <a:pt x="585" y="1279"/>
                  </a:cubicBezTo>
                  <a:cubicBezTo>
                    <a:pt x="3195" y="2556"/>
                    <a:pt x="5696" y="4017"/>
                    <a:pt x="8215" y="5313"/>
                  </a:cubicBezTo>
                  <a:cubicBezTo>
                    <a:pt x="8544" y="5477"/>
                    <a:pt x="8946" y="5714"/>
                    <a:pt x="9274" y="5861"/>
                  </a:cubicBezTo>
                  <a:cubicBezTo>
                    <a:pt x="9438" y="5550"/>
                    <a:pt x="9621" y="5240"/>
                    <a:pt x="9767" y="4893"/>
                  </a:cubicBezTo>
                  <a:cubicBezTo>
                    <a:pt x="9804" y="4856"/>
                    <a:pt x="9822" y="4802"/>
                    <a:pt x="9840" y="4747"/>
                  </a:cubicBezTo>
                  <a:cubicBezTo>
                    <a:pt x="9493" y="4546"/>
                    <a:pt x="9128" y="4364"/>
                    <a:pt x="8781" y="4199"/>
                  </a:cubicBezTo>
                  <a:cubicBezTo>
                    <a:pt x="7193" y="3341"/>
                    <a:pt x="5787" y="2593"/>
                    <a:pt x="4163" y="1790"/>
                  </a:cubicBezTo>
                  <a:cubicBezTo>
                    <a:pt x="3177" y="1297"/>
                    <a:pt x="2155" y="840"/>
                    <a:pt x="1096" y="311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7"/>
            <p:cNvSpPr/>
            <p:nvPr/>
          </p:nvSpPr>
          <p:spPr>
            <a:xfrm>
              <a:off x="3646513" y="1121519"/>
              <a:ext cx="427477" cy="253621"/>
            </a:xfrm>
            <a:custGeom>
              <a:rect b="b" l="l" r="r" t="t"/>
              <a:pathLst>
                <a:path extrusionOk="0" h="5806" w="9786">
                  <a:moveTo>
                    <a:pt x="494" y="0"/>
                  </a:moveTo>
                  <a:lnTo>
                    <a:pt x="1" y="986"/>
                  </a:lnTo>
                  <a:lnTo>
                    <a:pt x="220" y="1095"/>
                  </a:lnTo>
                  <a:cubicBezTo>
                    <a:pt x="2812" y="2373"/>
                    <a:pt x="5313" y="3815"/>
                    <a:pt x="7832" y="5130"/>
                  </a:cubicBezTo>
                  <a:cubicBezTo>
                    <a:pt x="8325" y="5385"/>
                    <a:pt x="8982" y="5787"/>
                    <a:pt x="9293" y="5805"/>
                  </a:cubicBezTo>
                  <a:cubicBezTo>
                    <a:pt x="9457" y="5458"/>
                    <a:pt x="9621" y="5093"/>
                    <a:pt x="9786" y="4728"/>
                  </a:cubicBezTo>
                  <a:cubicBezTo>
                    <a:pt x="9366" y="4454"/>
                    <a:pt x="8873" y="4235"/>
                    <a:pt x="8417" y="3998"/>
                  </a:cubicBezTo>
                  <a:cubicBezTo>
                    <a:pt x="6828" y="3158"/>
                    <a:pt x="5404" y="2410"/>
                    <a:pt x="3780" y="1588"/>
                  </a:cubicBezTo>
                  <a:cubicBezTo>
                    <a:pt x="2794" y="1114"/>
                    <a:pt x="1790" y="639"/>
                    <a:pt x="713" y="11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7"/>
            <p:cNvSpPr/>
            <p:nvPr/>
          </p:nvSpPr>
          <p:spPr>
            <a:xfrm>
              <a:off x="3596279" y="1223560"/>
              <a:ext cx="428263" cy="253621"/>
            </a:xfrm>
            <a:custGeom>
              <a:rect b="b" l="l" r="r" t="t"/>
              <a:pathLst>
                <a:path extrusionOk="0" h="5806" w="9804">
                  <a:moveTo>
                    <a:pt x="494" y="1"/>
                  </a:moveTo>
                  <a:lnTo>
                    <a:pt x="1" y="968"/>
                  </a:lnTo>
                  <a:cubicBezTo>
                    <a:pt x="293" y="1114"/>
                    <a:pt x="567" y="1260"/>
                    <a:pt x="822" y="1388"/>
                  </a:cubicBezTo>
                  <a:cubicBezTo>
                    <a:pt x="3415" y="2648"/>
                    <a:pt x="5934" y="4108"/>
                    <a:pt x="8435" y="5404"/>
                  </a:cubicBezTo>
                  <a:cubicBezTo>
                    <a:pt x="8672" y="5532"/>
                    <a:pt x="8909" y="5678"/>
                    <a:pt x="9165" y="5806"/>
                  </a:cubicBezTo>
                  <a:cubicBezTo>
                    <a:pt x="9384" y="5441"/>
                    <a:pt x="9585" y="5057"/>
                    <a:pt x="9804" y="4692"/>
                  </a:cubicBezTo>
                  <a:cubicBezTo>
                    <a:pt x="9530" y="4546"/>
                    <a:pt x="9274" y="4418"/>
                    <a:pt x="9019" y="4291"/>
                  </a:cubicBezTo>
                  <a:cubicBezTo>
                    <a:pt x="7431" y="3451"/>
                    <a:pt x="6007" y="2684"/>
                    <a:pt x="4382" y="1881"/>
                  </a:cubicBezTo>
                  <a:cubicBezTo>
                    <a:pt x="3396" y="1406"/>
                    <a:pt x="2374" y="932"/>
                    <a:pt x="1315" y="402"/>
                  </a:cubicBezTo>
                  <a:cubicBezTo>
                    <a:pt x="1060" y="275"/>
                    <a:pt x="804" y="147"/>
                    <a:pt x="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7"/>
            <p:cNvSpPr/>
            <p:nvPr/>
          </p:nvSpPr>
          <p:spPr>
            <a:xfrm>
              <a:off x="3545259" y="1327217"/>
              <a:ext cx="420269" cy="249645"/>
            </a:xfrm>
            <a:custGeom>
              <a:rect b="b" l="l" r="r" t="t"/>
              <a:pathLst>
                <a:path extrusionOk="0" h="5715" w="9621">
                  <a:moveTo>
                    <a:pt x="493" y="1"/>
                  </a:moveTo>
                  <a:lnTo>
                    <a:pt x="1" y="1005"/>
                  </a:lnTo>
                  <a:lnTo>
                    <a:pt x="420" y="1224"/>
                  </a:lnTo>
                  <a:cubicBezTo>
                    <a:pt x="3031" y="2484"/>
                    <a:pt x="5532" y="3944"/>
                    <a:pt x="8051" y="5240"/>
                  </a:cubicBezTo>
                  <a:cubicBezTo>
                    <a:pt x="8325" y="5386"/>
                    <a:pt x="8653" y="5587"/>
                    <a:pt x="8946" y="5715"/>
                  </a:cubicBezTo>
                  <a:lnTo>
                    <a:pt x="9621" y="4638"/>
                  </a:lnTo>
                  <a:cubicBezTo>
                    <a:pt x="9292" y="4455"/>
                    <a:pt x="8946" y="4291"/>
                    <a:pt x="8617" y="4127"/>
                  </a:cubicBezTo>
                  <a:cubicBezTo>
                    <a:pt x="7047" y="3269"/>
                    <a:pt x="5623" y="2520"/>
                    <a:pt x="3998" y="1717"/>
                  </a:cubicBezTo>
                  <a:cubicBezTo>
                    <a:pt x="3013" y="1224"/>
                    <a:pt x="1990" y="768"/>
                    <a:pt x="932" y="238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7"/>
            <p:cNvSpPr/>
            <p:nvPr/>
          </p:nvSpPr>
          <p:spPr>
            <a:xfrm>
              <a:off x="3499830" y="1421308"/>
              <a:ext cx="425031" cy="253664"/>
            </a:xfrm>
            <a:custGeom>
              <a:rect b="b" l="l" r="r" t="t"/>
              <a:pathLst>
                <a:path extrusionOk="0" h="5807" w="9730">
                  <a:moveTo>
                    <a:pt x="475" y="1"/>
                  </a:moveTo>
                  <a:lnTo>
                    <a:pt x="0" y="987"/>
                  </a:lnTo>
                  <a:lnTo>
                    <a:pt x="475" y="1224"/>
                  </a:lnTo>
                  <a:cubicBezTo>
                    <a:pt x="3067" y="2502"/>
                    <a:pt x="5586" y="3944"/>
                    <a:pt x="8087" y="5258"/>
                  </a:cubicBezTo>
                  <a:cubicBezTo>
                    <a:pt x="8434" y="5423"/>
                    <a:pt x="8835" y="5660"/>
                    <a:pt x="9146" y="5806"/>
                  </a:cubicBezTo>
                  <a:cubicBezTo>
                    <a:pt x="9328" y="5477"/>
                    <a:pt x="9511" y="5167"/>
                    <a:pt x="9657" y="4839"/>
                  </a:cubicBezTo>
                  <a:cubicBezTo>
                    <a:pt x="9693" y="4784"/>
                    <a:pt x="9712" y="4729"/>
                    <a:pt x="9730" y="4674"/>
                  </a:cubicBezTo>
                  <a:cubicBezTo>
                    <a:pt x="9383" y="4492"/>
                    <a:pt x="9018" y="4309"/>
                    <a:pt x="8671" y="4127"/>
                  </a:cubicBezTo>
                  <a:cubicBezTo>
                    <a:pt x="7083" y="3287"/>
                    <a:pt x="5659" y="2538"/>
                    <a:pt x="4034" y="1717"/>
                  </a:cubicBezTo>
                  <a:cubicBezTo>
                    <a:pt x="3049" y="1242"/>
                    <a:pt x="2045" y="768"/>
                    <a:pt x="986" y="238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7"/>
            <p:cNvSpPr/>
            <p:nvPr/>
          </p:nvSpPr>
          <p:spPr>
            <a:xfrm>
              <a:off x="3447979" y="1525795"/>
              <a:ext cx="422672" cy="251218"/>
            </a:xfrm>
            <a:custGeom>
              <a:rect b="b" l="l" r="r" t="t"/>
              <a:pathLst>
                <a:path extrusionOk="0" h="5751" w="9676">
                  <a:moveTo>
                    <a:pt x="493" y="0"/>
                  </a:moveTo>
                  <a:lnTo>
                    <a:pt x="0" y="986"/>
                  </a:lnTo>
                  <a:lnTo>
                    <a:pt x="92" y="1041"/>
                  </a:lnTo>
                  <a:cubicBezTo>
                    <a:pt x="2702" y="2301"/>
                    <a:pt x="5221" y="3761"/>
                    <a:pt x="7722" y="5057"/>
                  </a:cubicBezTo>
                  <a:cubicBezTo>
                    <a:pt x="8215" y="5313"/>
                    <a:pt x="8872" y="5714"/>
                    <a:pt x="9183" y="5751"/>
                  </a:cubicBezTo>
                  <a:cubicBezTo>
                    <a:pt x="9347" y="5386"/>
                    <a:pt x="9511" y="5039"/>
                    <a:pt x="9676" y="4674"/>
                  </a:cubicBezTo>
                  <a:cubicBezTo>
                    <a:pt x="9256" y="4400"/>
                    <a:pt x="8763" y="4181"/>
                    <a:pt x="8307" y="3943"/>
                  </a:cubicBezTo>
                  <a:cubicBezTo>
                    <a:pt x="6718" y="3085"/>
                    <a:pt x="5294" y="2337"/>
                    <a:pt x="3670" y="1534"/>
                  </a:cubicBezTo>
                  <a:cubicBezTo>
                    <a:pt x="2684" y="1041"/>
                    <a:pt x="1662" y="585"/>
                    <a:pt x="603" y="5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7"/>
            <p:cNvSpPr/>
            <p:nvPr/>
          </p:nvSpPr>
          <p:spPr>
            <a:xfrm>
              <a:off x="3398531" y="1627050"/>
              <a:ext cx="422672" cy="251262"/>
            </a:xfrm>
            <a:custGeom>
              <a:rect b="b" l="l" r="r" t="t"/>
              <a:pathLst>
                <a:path extrusionOk="0" h="5752" w="9676">
                  <a:moveTo>
                    <a:pt x="475" y="1"/>
                  </a:moveTo>
                  <a:lnTo>
                    <a:pt x="1" y="987"/>
                  </a:lnTo>
                  <a:cubicBezTo>
                    <a:pt x="238" y="1114"/>
                    <a:pt x="475" y="1224"/>
                    <a:pt x="694" y="1333"/>
                  </a:cubicBezTo>
                  <a:cubicBezTo>
                    <a:pt x="3287" y="2611"/>
                    <a:pt x="5787" y="4072"/>
                    <a:pt x="8307" y="5368"/>
                  </a:cubicBezTo>
                  <a:cubicBezTo>
                    <a:pt x="8544" y="5477"/>
                    <a:pt x="8800" y="5623"/>
                    <a:pt x="9037" y="5751"/>
                  </a:cubicBezTo>
                  <a:cubicBezTo>
                    <a:pt x="9256" y="5386"/>
                    <a:pt x="9475" y="5021"/>
                    <a:pt x="9676" y="4638"/>
                  </a:cubicBezTo>
                  <a:cubicBezTo>
                    <a:pt x="9420" y="4510"/>
                    <a:pt x="9146" y="4382"/>
                    <a:pt x="8891" y="4254"/>
                  </a:cubicBezTo>
                  <a:cubicBezTo>
                    <a:pt x="7303" y="3396"/>
                    <a:pt x="5879" y="2648"/>
                    <a:pt x="4254" y="1845"/>
                  </a:cubicBezTo>
                  <a:cubicBezTo>
                    <a:pt x="3268" y="1352"/>
                    <a:pt x="2264" y="895"/>
                    <a:pt x="1187" y="366"/>
                  </a:cubicBezTo>
                  <a:cubicBezTo>
                    <a:pt x="968" y="238"/>
                    <a:pt x="731" y="129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7"/>
            <p:cNvSpPr/>
            <p:nvPr/>
          </p:nvSpPr>
          <p:spPr>
            <a:xfrm>
              <a:off x="3346725" y="1731537"/>
              <a:ext cx="415464" cy="247243"/>
            </a:xfrm>
            <a:custGeom>
              <a:rect b="b" l="l" r="r" t="t"/>
              <a:pathLst>
                <a:path extrusionOk="0" h="5660" w="9511">
                  <a:moveTo>
                    <a:pt x="493" y="0"/>
                  </a:moveTo>
                  <a:lnTo>
                    <a:pt x="0" y="1004"/>
                  </a:lnTo>
                  <a:lnTo>
                    <a:pt x="310" y="1150"/>
                  </a:lnTo>
                  <a:cubicBezTo>
                    <a:pt x="2921" y="2428"/>
                    <a:pt x="5422" y="3870"/>
                    <a:pt x="7941" y="5185"/>
                  </a:cubicBezTo>
                  <a:cubicBezTo>
                    <a:pt x="8215" y="5331"/>
                    <a:pt x="8543" y="5513"/>
                    <a:pt x="8836" y="5659"/>
                  </a:cubicBezTo>
                  <a:lnTo>
                    <a:pt x="9511" y="4564"/>
                  </a:lnTo>
                  <a:cubicBezTo>
                    <a:pt x="9182" y="4400"/>
                    <a:pt x="8836" y="4235"/>
                    <a:pt x="8507" y="4053"/>
                  </a:cubicBezTo>
                  <a:cubicBezTo>
                    <a:pt x="6919" y="3213"/>
                    <a:pt x="5513" y="2465"/>
                    <a:pt x="3888" y="1661"/>
                  </a:cubicBezTo>
                  <a:cubicBezTo>
                    <a:pt x="2903" y="1169"/>
                    <a:pt x="1880" y="712"/>
                    <a:pt x="822" y="164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7"/>
            <p:cNvSpPr/>
            <p:nvPr/>
          </p:nvSpPr>
          <p:spPr>
            <a:xfrm>
              <a:off x="3114643" y="2036917"/>
              <a:ext cx="50279" cy="90161"/>
            </a:xfrm>
            <a:custGeom>
              <a:rect b="b" l="l" r="r" t="t"/>
              <a:pathLst>
                <a:path extrusionOk="0" h="2064" w="1151">
                  <a:moveTo>
                    <a:pt x="1" y="1"/>
                  </a:moveTo>
                  <a:lnTo>
                    <a:pt x="256" y="1005"/>
                  </a:lnTo>
                  <a:cubicBezTo>
                    <a:pt x="329" y="1297"/>
                    <a:pt x="402" y="1589"/>
                    <a:pt x="457" y="1826"/>
                  </a:cubicBezTo>
                  <a:cubicBezTo>
                    <a:pt x="494" y="1899"/>
                    <a:pt x="512" y="2027"/>
                    <a:pt x="603" y="2064"/>
                  </a:cubicBezTo>
                  <a:lnTo>
                    <a:pt x="622" y="2064"/>
                  </a:lnTo>
                  <a:cubicBezTo>
                    <a:pt x="822" y="1461"/>
                    <a:pt x="950" y="804"/>
                    <a:pt x="1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7"/>
            <p:cNvSpPr/>
            <p:nvPr/>
          </p:nvSpPr>
          <p:spPr>
            <a:xfrm>
              <a:off x="3089919" y="1912554"/>
              <a:ext cx="98155" cy="125238"/>
            </a:xfrm>
            <a:custGeom>
              <a:rect b="b" l="l" r="r" t="t"/>
              <a:pathLst>
                <a:path extrusionOk="0" h="2867" w="2247">
                  <a:moveTo>
                    <a:pt x="1114" y="0"/>
                  </a:moveTo>
                  <a:cubicBezTo>
                    <a:pt x="968" y="0"/>
                    <a:pt x="804" y="0"/>
                    <a:pt x="658" y="18"/>
                  </a:cubicBezTo>
                  <a:cubicBezTo>
                    <a:pt x="494" y="18"/>
                    <a:pt x="330" y="55"/>
                    <a:pt x="183" y="110"/>
                  </a:cubicBezTo>
                  <a:cubicBezTo>
                    <a:pt x="74" y="256"/>
                    <a:pt x="1" y="438"/>
                    <a:pt x="1" y="639"/>
                  </a:cubicBezTo>
                  <a:cubicBezTo>
                    <a:pt x="37" y="822"/>
                    <a:pt x="92" y="1004"/>
                    <a:pt x="147" y="1168"/>
                  </a:cubicBezTo>
                  <a:cubicBezTo>
                    <a:pt x="293" y="1734"/>
                    <a:pt x="439" y="2300"/>
                    <a:pt x="585" y="2866"/>
                  </a:cubicBezTo>
                  <a:lnTo>
                    <a:pt x="1717" y="2848"/>
                  </a:lnTo>
                  <a:cubicBezTo>
                    <a:pt x="1717" y="2830"/>
                    <a:pt x="1735" y="2793"/>
                    <a:pt x="1735" y="2757"/>
                  </a:cubicBezTo>
                  <a:cubicBezTo>
                    <a:pt x="1863" y="2264"/>
                    <a:pt x="2009" y="1753"/>
                    <a:pt x="2137" y="1241"/>
                  </a:cubicBezTo>
                  <a:cubicBezTo>
                    <a:pt x="2192" y="1059"/>
                    <a:pt x="2228" y="895"/>
                    <a:pt x="2246" y="712"/>
                  </a:cubicBezTo>
                  <a:cubicBezTo>
                    <a:pt x="2173" y="511"/>
                    <a:pt x="2045" y="310"/>
                    <a:pt x="1918" y="146"/>
                  </a:cubicBezTo>
                  <a:cubicBezTo>
                    <a:pt x="1772" y="18"/>
                    <a:pt x="1352" y="0"/>
                    <a:pt x="1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7"/>
            <p:cNvSpPr/>
            <p:nvPr/>
          </p:nvSpPr>
          <p:spPr>
            <a:xfrm>
              <a:off x="3089133" y="1313676"/>
              <a:ext cx="113269" cy="630819"/>
            </a:xfrm>
            <a:custGeom>
              <a:rect b="b" l="l" r="r" t="t"/>
              <a:pathLst>
                <a:path extrusionOk="0" h="14441" w="2593">
                  <a:moveTo>
                    <a:pt x="1863" y="14002"/>
                  </a:moveTo>
                  <a:cubicBezTo>
                    <a:pt x="1735" y="14130"/>
                    <a:pt x="1607" y="14239"/>
                    <a:pt x="1461" y="14331"/>
                  </a:cubicBezTo>
                  <a:cubicBezTo>
                    <a:pt x="1352" y="14203"/>
                    <a:pt x="1242" y="14057"/>
                    <a:pt x="1151" y="13911"/>
                  </a:cubicBezTo>
                  <a:cubicBezTo>
                    <a:pt x="1023" y="13966"/>
                    <a:pt x="950" y="14203"/>
                    <a:pt x="767" y="14294"/>
                  </a:cubicBezTo>
                  <a:cubicBezTo>
                    <a:pt x="658" y="14166"/>
                    <a:pt x="548" y="14057"/>
                    <a:pt x="439" y="13929"/>
                  </a:cubicBezTo>
                  <a:cubicBezTo>
                    <a:pt x="274" y="14039"/>
                    <a:pt x="238" y="14294"/>
                    <a:pt x="55" y="14349"/>
                  </a:cubicBezTo>
                  <a:cubicBezTo>
                    <a:pt x="1" y="14057"/>
                    <a:pt x="1" y="13747"/>
                    <a:pt x="37" y="13455"/>
                  </a:cubicBezTo>
                  <a:cubicBezTo>
                    <a:pt x="165" y="9000"/>
                    <a:pt x="238" y="4473"/>
                    <a:pt x="384" y="1"/>
                  </a:cubicBezTo>
                  <a:cubicBezTo>
                    <a:pt x="1132" y="1"/>
                    <a:pt x="1844" y="19"/>
                    <a:pt x="2556" y="55"/>
                  </a:cubicBezTo>
                  <a:cubicBezTo>
                    <a:pt x="2593" y="183"/>
                    <a:pt x="2593" y="329"/>
                    <a:pt x="2575" y="475"/>
                  </a:cubicBezTo>
                  <a:cubicBezTo>
                    <a:pt x="2465" y="4747"/>
                    <a:pt x="2392" y="9146"/>
                    <a:pt x="2283" y="13455"/>
                  </a:cubicBezTo>
                  <a:cubicBezTo>
                    <a:pt x="2283" y="13783"/>
                    <a:pt x="2283" y="14112"/>
                    <a:pt x="2246" y="14422"/>
                  </a:cubicBezTo>
                  <a:cubicBezTo>
                    <a:pt x="2082" y="14440"/>
                    <a:pt x="1990" y="14130"/>
                    <a:pt x="1863" y="140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7"/>
            <p:cNvSpPr/>
            <p:nvPr/>
          </p:nvSpPr>
          <p:spPr>
            <a:xfrm>
              <a:off x="3106693" y="1247498"/>
              <a:ext cx="98111" cy="75789"/>
            </a:xfrm>
            <a:custGeom>
              <a:rect b="b" l="l" r="r" t="t"/>
              <a:pathLst>
                <a:path extrusionOk="0" h="1735" w="2246">
                  <a:moveTo>
                    <a:pt x="2173" y="1607"/>
                  </a:moveTo>
                  <a:cubicBezTo>
                    <a:pt x="1369" y="1735"/>
                    <a:pt x="730" y="1570"/>
                    <a:pt x="19" y="1534"/>
                  </a:cubicBezTo>
                  <a:cubicBezTo>
                    <a:pt x="0" y="1096"/>
                    <a:pt x="219" y="694"/>
                    <a:pt x="584" y="457"/>
                  </a:cubicBezTo>
                  <a:cubicBezTo>
                    <a:pt x="1388" y="0"/>
                    <a:pt x="2246" y="658"/>
                    <a:pt x="2173" y="16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7"/>
            <p:cNvSpPr/>
            <p:nvPr/>
          </p:nvSpPr>
          <p:spPr>
            <a:xfrm>
              <a:off x="3094724" y="1312890"/>
              <a:ext cx="115671" cy="97325"/>
            </a:xfrm>
            <a:custGeom>
              <a:rect b="b" l="l" r="r" t="t"/>
              <a:pathLst>
                <a:path extrusionOk="0" h="2228" w="2648">
                  <a:moveTo>
                    <a:pt x="183" y="2191"/>
                  </a:moveTo>
                  <a:cubicBezTo>
                    <a:pt x="201" y="1990"/>
                    <a:pt x="165" y="1808"/>
                    <a:pt x="73" y="1643"/>
                  </a:cubicBezTo>
                  <a:cubicBezTo>
                    <a:pt x="73" y="1552"/>
                    <a:pt x="146" y="1479"/>
                    <a:pt x="183" y="1388"/>
                  </a:cubicBezTo>
                  <a:cubicBezTo>
                    <a:pt x="0" y="1169"/>
                    <a:pt x="201" y="1004"/>
                    <a:pt x="201" y="840"/>
                  </a:cubicBezTo>
                  <a:cubicBezTo>
                    <a:pt x="201" y="767"/>
                    <a:pt x="146" y="694"/>
                    <a:pt x="146" y="639"/>
                  </a:cubicBezTo>
                  <a:cubicBezTo>
                    <a:pt x="146" y="511"/>
                    <a:pt x="220" y="457"/>
                    <a:pt x="238" y="329"/>
                  </a:cubicBezTo>
                  <a:cubicBezTo>
                    <a:pt x="256" y="219"/>
                    <a:pt x="183" y="146"/>
                    <a:pt x="238" y="55"/>
                  </a:cubicBezTo>
                  <a:cubicBezTo>
                    <a:pt x="603" y="0"/>
                    <a:pt x="986" y="0"/>
                    <a:pt x="1370" y="55"/>
                  </a:cubicBezTo>
                  <a:cubicBezTo>
                    <a:pt x="1735" y="55"/>
                    <a:pt x="2100" y="73"/>
                    <a:pt x="2483" y="110"/>
                  </a:cubicBezTo>
                  <a:cubicBezTo>
                    <a:pt x="2647" y="329"/>
                    <a:pt x="2501" y="566"/>
                    <a:pt x="2501" y="767"/>
                  </a:cubicBezTo>
                  <a:cubicBezTo>
                    <a:pt x="2501" y="895"/>
                    <a:pt x="2556" y="1004"/>
                    <a:pt x="2556" y="1132"/>
                  </a:cubicBezTo>
                  <a:cubicBezTo>
                    <a:pt x="2556" y="1315"/>
                    <a:pt x="2392" y="1479"/>
                    <a:pt x="2556" y="1771"/>
                  </a:cubicBezTo>
                  <a:cubicBezTo>
                    <a:pt x="2520" y="1917"/>
                    <a:pt x="2374" y="2008"/>
                    <a:pt x="2410" y="2191"/>
                  </a:cubicBezTo>
                  <a:cubicBezTo>
                    <a:pt x="2392" y="2209"/>
                    <a:pt x="2374" y="2227"/>
                    <a:pt x="2374" y="2209"/>
                  </a:cubicBezTo>
                  <a:cubicBezTo>
                    <a:pt x="1643" y="2209"/>
                    <a:pt x="895" y="2227"/>
                    <a:pt x="183" y="21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7"/>
            <p:cNvSpPr/>
            <p:nvPr/>
          </p:nvSpPr>
          <p:spPr>
            <a:xfrm>
              <a:off x="3700155" y="2273410"/>
              <a:ext cx="190456" cy="202818"/>
            </a:xfrm>
            <a:custGeom>
              <a:rect b="b" l="l" r="r" t="t"/>
              <a:pathLst>
                <a:path extrusionOk="0" h="4643" w="4360">
                  <a:moveTo>
                    <a:pt x="3275" y="0"/>
                  </a:moveTo>
                  <a:cubicBezTo>
                    <a:pt x="3119" y="0"/>
                    <a:pt x="2971" y="73"/>
                    <a:pt x="2880" y="209"/>
                  </a:cubicBezTo>
                  <a:lnTo>
                    <a:pt x="1146" y="2765"/>
                  </a:lnTo>
                  <a:cubicBezTo>
                    <a:pt x="1128" y="2802"/>
                    <a:pt x="1110" y="2820"/>
                    <a:pt x="1091" y="2856"/>
                  </a:cubicBezTo>
                  <a:lnTo>
                    <a:pt x="562" y="2510"/>
                  </a:lnTo>
                  <a:cubicBezTo>
                    <a:pt x="506" y="2464"/>
                    <a:pt x="448" y="2445"/>
                    <a:pt x="394" y="2445"/>
                  </a:cubicBezTo>
                  <a:cubicBezTo>
                    <a:pt x="167" y="2445"/>
                    <a:pt x="1" y="2786"/>
                    <a:pt x="252" y="2948"/>
                  </a:cubicBezTo>
                  <a:lnTo>
                    <a:pt x="252" y="2929"/>
                  </a:lnTo>
                  <a:lnTo>
                    <a:pt x="2680" y="4591"/>
                  </a:lnTo>
                  <a:cubicBezTo>
                    <a:pt x="2732" y="4627"/>
                    <a:pt x="2785" y="4642"/>
                    <a:pt x="2835" y="4642"/>
                  </a:cubicBezTo>
                  <a:cubicBezTo>
                    <a:pt x="3063" y="4642"/>
                    <a:pt x="3230" y="4317"/>
                    <a:pt x="2990" y="4153"/>
                  </a:cubicBezTo>
                  <a:lnTo>
                    <a:pt x="2406" y="3751"/>
                  </a:lnTo>
                  <a:cubicBezTo>
                    <a:pt x="2442" y="3714"/>
                    <a:pt x="2460" y="3696"/>
                    <a:pt x="2479" y="3660"/>
                  </a:cubicBezTo>
                  <a:lnTo>
                    <a:pt x="4213" y="1122"/>
                  </a:lnTo>
                  <a:cubicBezTo>
                    <a:pt x="4359" y="903"/>
                    <a:pt x="4304" y="593"/>
                    <a:pt x="4085" y="429"/>
                  </a:cubicBezTo>
                  <a:lnTo>
                    <a:pt x="3556" y="82"/>
                  </a:lnTo>
                  <a:cubicBezTo>
                    <a:pt x="3466" y="27"/>
                    <a:pt x="3369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7"/>
            <p:cNvSpPr/>
            <p:nvPr/>
          </p:nvSpPr>
          <p:spPr>
            <a:xfrm>
              <a:off x="3749908" y="2207494"/>
              <a:ext cx="231211" cy="160140"/>
            </a:xfrm>
            <a:custGeom>
              <a:rect b="b" l="l" r="r" t="t"/>
              <a:pathLst>
                <a:path extrusionOk="0" h="3666" w="5293">
                  <a:moveTo>
                    <a:pt x="571" y="1"/>
                  </a:moveTo>
                  <a:cubicBezTo>
                    <a:pt x="161" y="1"/>
                    <a:pt x="1" y="556"/>
                    <a:pt x="390" y="751"/>
                  </a:cubicBezTo>
                  <a:lnTo>
                    <a:pt x="2453" y="2157"/>
                  </a:lnTo>
                  <a:lnTo>
                    <a:pt x="4534" y="3562"/>
                  </a:lnTo>
                  <a:cubicBezTo>
                    <a:pt x="4615" y="3634"/>
                    <a:pt x="4705" y="3665"/>
                    <a:pt x="4792" y="3665"/>
                  </a:cubicBezTo>
                  <a:cubicBezTo>
                    <a:pt x="5057" y="3665"/>
                    <a:pt x="5293" y="3376"/>
                    <a:pt x="5155" y="3088"/>
                  </a:cubicBezTo>
                  <a:cubicBezTo>
                    <a:pt x="4443" y="1390"/>
                    <a:pt x="4133" y="897"/>
                    <a:pt x="3585" y="514"/>
                  </a:cubicBezTo>
                  <a:cubicBezTo>
                    <a:pt x="3019" y="130"/>
                    <a:pt x="2453" y="21"/>
                    <a:pt x="610" y="2"/>
                  </a:cubicBezTo>
                  <a:cubicBezTo>
                    <a:pt x="596" y="1"/>
                    <a:pt x="583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7"/>
            <p:cNvSpPr/>
            <p:nvPr/>
          </p:nvSpPr>
          <p:spPr>
            <a:xfrm>
              <a:off x="4239800" y="1559692"/>
              <a:ext cx="142798" cy="144676"/>
            </a:xfrm>
            <a:custGeom>
              <a:rect b="b" l="l" r="r" t="t"/>
              <a:pathLst>
                <a:path extrusionOk="0" h="3312" w="3269">
                  <a:moveTo>
                    <a:pt x="1651" y="1"/>
                  </a:moveTo>
                  <a:cubicBezTo>
                    <a:pt x="1499" y="1"/>
                    <a:pt x="1351" y="74"/>
                    <a:pt x="1260" y="210"/>
                  </a:cubicBezTo>
                  <a:lnTo>
                    <a:pt x="165" y="1835"/>
                  </a:lnTo>
                  <a:cubicBezTo>
                    <a:pt x="1" y="2054"/>
                    <a:pt x="56" y="2346"/>
                    <a:pt x="293" y="2492"/>
                  </a:cubicBezTo>
                  <a:lnTo>
                    <a:pt x="1352" y="3222"/>
                  </a:lnTo>
                  <a:cubicBezTo>
                    <a:pt x="1433" y="3284"/>
                    <a:pt x="1525" y="3312"/>
                    <a:pt x="1617" y="3312"/>
                  </a:cubicBezTo>
                  <a:cubicBezTo>
                    <a:pt x="1771" y="3312"/>
                    <a:pt x="1924" y="3232"/>
                    <a:pt x="2027" y="3094"/>
                  </a:cubicBezTo>
                  <a:lnTo>
                    <a:pt x="3122" y="1488"/>
                  </a:lnTo>
                  <a:cubicBezTo>
                    <a:pt x="3268" y="1269"/>
                    <a:pt x="3214" y="959"/>
                    <a:pt x="2995" y="813"/>
                  </a:cubicBezTo>
                  <a:lnTo>
                    <a:pt x="1918" y="82"/>
                  </a:lnTo>
                  <a:cubicBezTo>
                    <a:pt x="1835" y="27"/>
                    <a:pt x="1742" y="1"/>
                    <a:pt x="1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7"/>
            <p:cNvSpPr/>
            <p:nvPr/>
          </p:nvSpPr>
          <p:spPr>
            <a:xfrm>
              <a:off x="4317947" y="1518981"/>
              <a:ext cx="79808" cy="84831"/>
            </a:xfrm>
            <a:custGeom>
              <a:rect b="b" l="l" r="r" t="t"/>
              <a:pathLst>
                <a:path extrusionOk="0" h="1942" w="1827">
                  <a:moveTo>
                    <a:pt x="1247" y="0"/>
                  </a:moveTo>
                  <a:cubicBezTo>
                    <a:pt x="1176" y="0"/>
                    <a:pt x="1103" y="24"/>
                    <a:pt x="1041" y="65"/>
                  </a:cubicBezTo>
                  <a:lnTo>
                    <a:pt x="1041" y="83"/>
                  </a:lnTo>
                  <a:lnTo>
                    <a:pt x="92" y="1014"/>
                  </a:lnTo>
                  <a:cubicBezTo>
                    <a:pt x="1" y="1160"/>
                    <a:pt x="37" y="1343"/>
                    <a:pt x="183" y="1434"/>
                  </a:cubicBezTo>
                  <a:lnTo>
                    <a:pt x="840" y="1891"/>
                  </a:lnTo>
                  <a:cubicBezTo>
                    <a:pt x="896" y="1925"/>
                    <a:pt x="956" y="1941"/>
                    <a:pt x="1015" y="1941"/>
                  </a:cubicBezTo>
                  <a:cubicBezTo>
                    <a:pt x="1111" y="1941"/>
                    <a:pt x="1204" y="1897"/>
                    <a:pt x="1260" y="1818"/>
                  </a:cubicBezTo>
                  <a:cubicBezTo>
                    <a:pt x="1260" y="1818"/>
                    <a:pt x="1790" y="613"/>
                    <a:pt x="1790" y="595"/>
                  </a:cubicBezTo>
                  <a:cubicBezTo>
                    <a:pt x="1826" y="467"/>
                    <a:pt x="1790" y="321"/>
                    <a:pt x="1680" y="248"/>
                  </a:cubicBezTo>
                  <a:lnTo>
                    <a:pt x="1406" y="47"/>
                  </a:lnTo>
                  <a:cubicBezTo>
                    <a:pt x="1358" y="15"/>
                    <a:pt x="1303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7"/>
            <p:cNvSpPr/>
            <p:nvPr/>
          </p:nvSpPr>
          <p:spPr>
            <a:xfrm>
              <a:off x="4378577" y="1317433"/>
              <a:ext cx="149787" cy="214787"/>
            </a:xfrm>
            <a:custGeom>
              <a:rect b="b" l="l" r="r" t="t"/>
              <a:pathLst>
                <a:path extrusionOk="0" h="4917" w="3429">
                  <a:moveTo>
                    <a:pt x="3355" y="1"/>
                  </a:moveTo>
                  <a:cubicBezTo>
                    <a:pt x="3349" y="1"/>
                    <a:pt x="3344" y="2"/>
                    <a:pt x="3341" y="6"/>
                  </a:cubicBezTo>
                  <a:lnTo>
                    <a:pt x="0" y="4770"/>
                  </a:lnTo>
                  <a:lnTo>
                    <a:pt x="219" y="4916"/>
                  </a:lnTo>
                  <a:lnTo>
                    <a:pt x="3414" y="61"/>
                  </a:lnTo>
                  <a:cubicBezTo>
                    <a:pt x="3429" y="31"/>
                    <a:pt x="3383" y="1"/>
                    <a:pt x="3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7"/>
            <p:cNvSpPr/>
            <p:nvPr/>
          </p:nvSpPr>
          <p:spPr>
            <a:xfrm>
              <a:off x="4374559" y="1516971"/>
              <a:ext cx="23152" cy="16818"/>
            </a:xfrm>
            <a:custGeom>
              <a:rect b="b" l="l" r="r" t="t"/>
              <a:pathLst>
                <a:path extrusionOk="0" h="385" w="530">
                  <a:moveTo>
                    <a:pt x="122" y="1"/>
                  </a:moveTo>
                  <a:cubicBezTo>
                    <a:pt x="84" y="1"/>
                    <a:pt x="49" y="21"/>
                    <a:pt x="37" y="56"/>
                  </a:cubicBezTo>
                  <a:cubicBezTo>
                    <a:pt x="1" y="93"/>
                    <a:pt x="1" y="166"/>
                    <a:pt x="56" y="202"/>
                  </a:cubicBezTo>
                  <a:lnTo>
                    <a:pt x="311" y="367"/>
                  </a:lnTo>
                  <a:cubicBezTo>
                    <a:pt x="334" y="379"/>
                    <a:pt x="355" y="385"/>
                    <a:pt x="376" y="385"/>
                  </a:cubicBezTo>
                  <a:cubicBezTo>
                    <a:pt x="471" y="385"/>
                    <a:pt x="529" y="263"/>
                    <a:pt x="439" y="202"/>
                  </a:cubicBezTo>
                  <a:lnTo>
                    <a:pt x="183" y="20"/>
                  </a:lnTo>
                  <a:cubicBezTo>
                    <a:pt x="164" y="7"/>
                    <a:pt x="142" y="1"/>
                    <a:pt x="122" y="1"/>
                  </a:cubicBezTo>
                  <a:close/>
                </a:path>
              </a:pathLst>
            </a:custGeom>
            <a:solidFill>
              <a:srgbClr val="334F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7"/>
            <p:cNvSpPr/>
            <p:nvPr/>
          </p:nvSpPr>
          <p:spPr>
            <a:xfrm>
              <a:off x="4221454" y="1665359"/>
              <a:ext cx="86972" cy="74173"/>
            </a:xfrm>
            <a:custGeom>
              <a:rect b="b" l="l" r="r" t="t"/>
              <a:pathLst>
                <a:path extrusionOk="0" h="1698" w="1991">
                  <a:moveTo>
                    <a:pt x="457" y="0"/>
                  </a:moveTo>
                  <a:lnTo>
                    <a:pt x="1" y="657"/>
                  </a:lnTo>
                  <a:lnTo>
                    <a:pt x="1534" y="1698"/>
                  </a:lnTo>
                  <a:lnTo>
                    <a:pt x="1991" y="104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7"/>
            <p:cNvSpPr/>
            <p:nvPr/>
          </p:nvSpPr>
          <p:spPr>
            <a:xfrm>
              <a:off x="4211101" y="1635218"/>
              <a:ext cx="136508" cy="95403"/>
            </a:xfrm>
            <a:custGeom>
              <a:rect b="b" l="l" r="r" t="t"/>
              <a:pathLst>
                <a:path extrusionOk="0" h="2184" w="3125">
                  <a:moveTo>
                    <a:pt x="311" y="0"/>
                  </a:moveTo>
                  <a:cubicBezTo>
                    <a:pt x="225" y="0"/>
                    <a:pt x="137" y="45"/>
                    <a:pt x="92" y="124"/>
                  </a:cubicBezTo>
                  <a:cubicBezTo>
                    <a:pt x="1" y="234"/>
                    <a:pt x="37" y="398"/>
                    <a:pt x="165" y="489"/>
                  </a:cubicBezTo>
                  <a:lnTo>
                    <a:pt x="2593" y="2132"/>
                  </a:lnTo>
                  <a:cubicBezTo>
                    <a:pt x="2645" y="2168"/>
                    <a:pt x="2697" y="2184"/>
                    <a:pt x="2746" y="2184"/>
                  </a:cubicBezTo>
                  <a:cubicBezTo>
                    <a:pt x="2971" y="2184"/>
                    <a:pt x="3125" y="1859"/>
                    <a:pt x="2885" y="1694"/>
                  </a:cubicBezTo>
                  <a:lnTo>
                    <a:pt x="457" y="51"/>
                  </a:lnTo>
                  <a:cubicBezTo>
                    <a:pt x="416" y="17"/>
                    <a:pt x="364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7"/>
            <p:cNvSpPr/>
            <p:nvPr/>
          </p:nvSpPr>
          <p:spPr>
            <a:xfrm>
              <a:off x="3833908" y="1676847"/>
              <a:ext cx="481687" cy="617714"/>
            </a:xfrm>
            <a:custGeom>
              <a:rect b="b" l="l" r="r" t="t"/>
              <a:pathLst>
                <a:path extrusionOk="0" h="14141" w="11027">
                  <a:moveTo>
                    <a:pt x="8540" y="1"/>
                  </a:moveTo>
                  <a:cubicBezTo>
                    <a:pt x="8361" y="1"/>
                    <a:pt x="8183" y="89"/>
                    <a:pt x="8070" y="248"/>
                  </a:cubicBezTo>
                  <a:lnTo>
                    <a:pt x="1" y="12205"/>
                  </a:lnTo>
                  <a:lnTo>
                    <a:pt x="2776" y="14140"/>
                  </a:lnTo>
                  <a:lnTo>
                    <a:pt x="10863" y="2147"/>
                  </a:lnTo>
                  <a:cubicBezTo>
                    <a:pt x="11027" y="1873"/>
                    <a:pt x="10972" y="1526"/>
                    <a:pt x="10717" y="1362"/>
                  </a:cubicBezTo>
                  <a:lnTo>
                    <a:pt x="8855" y="102"/>
                  </a:lnTo>
                  <a:cubicBezTo>
                    <a:pt x="8758" y="33"/>
                    <a:pt x="8649" y="1"/>
                    <a:pt x="8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7"/>
            <p:cNvSpPr/>
            <p:nvPr/>
          </p:nvSpPr>
          <p:spPr>
            <a:xfrm>
              <a:off x="4091500" y="1676847"/>
              <a:ext cx="224091" cy="233352"/>
            </a:xfrm>
            <a:custGeom>
              <a:rect b="b" l="l" r="r" t="t"/>
              <a:pathLst>
                <a:path extrusionOk="0" h="5342" w="5130">
                  <a:moveTo>
                    <a:pt x="2638" y="1"/>
                  </a:moveTo>
                  <a:cubicBezTo>
                    <a:pt x="2455" y="1"/>
                    <a:pt x="2275" y="89"/>
                    <a:pt x="2173" y="248"/>
                  </a:cubicBezTo>
                  <a:lnTo>
                    <a:pt x="0" y="3461"/>
                  </a:lnTo>
                  <a:lnTo>
                    <a:pt x="2812" y="5341"/>
                  </a:lnTo>
                  <a:lnTo>
                    <a:pt x="4966" y="2147"/>
                  </a:lnTo>
                  <a:cubicBezTo>
                    <a:pt x="5130" y="1891"/>
                    <a:pt x="5057" y="1544"/>
                    <a:pt x="4801" y="1362"/>
                  </a:cubicBezTo>
                  <a:lnTo>
                    <a:pt x="2958" y="102"/>
                  </a:lnTo>
                  <a:cubicBezTo>
                    <a:pt x="2861" y="33"/>
                    <a:pt x="2749" y="1"/>
                    <a:pt x="2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7"/>
            <p:cNvSpPr/>
            <p:nvPr/>
          </p:nvSpPr>
          <p:spPr>
            <a:xfrm>
              <a:off x="4235039" y="1772335"/>
              <a:ext cx="52681" cy="40581"/>
            </a:xfrm>
            <a:custGeom>
              <a:rect b="b" l="l" r="r" t="t"/>
              <a:pathLst>
                <a:path extrusionOk="0" h="929" w="1206">
                  <a:moveTo>
                    <a:pt x="171" y="1"/>
                  </a:moveTo>
                  <a:cubicBezTo>
                    <a:pt x="122" y="1"/>
                    <a:pt x="76" y="20"/>
                    <a:pt x="55" y="52"/>
                  </a:cubicBezTo>
                  <a:cubicBezTo>
                    <a:pt x="0" y="125"/>
                    <a:pt x="18" y="235"/>
                    <a:pt x="91" y="289"/>
                  </a:cubicBezTo>
                  <a:lnTo>
                    <a:pt x="1022" y="928"/>
                  </a:lnTo>
                  <a:lnTo>
                    <a:pt x="1205" y="673"/>
                  </a:lnTo>
                  <a:lnTo>
                    <a:pt x="274" y="34"/>
                  </a:lnTo>
                  <a:cubicBezTo>
                    <a:pt x="243" y="11"/>
                    <a:pt x="20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7"/>
            <p:cNvSpPr/>
            <p:nvPr/>
          </p:nvSpPr>
          <p:spPr>
            <a:xfrm>
              <a:off x="4193541" y="1833010"/>
              <a:ext cx="52681" cy="40494"/>
            </a:xfrm>
            <a:custGeom>
              <a:rect b="b" l="l" r="r" t="t"/>
              <a:pathLst>
                <a:path extrusionOk="0" h="927" w="1206">
                  <a:moveTo>
                    <a:pt x="178" y="0"/>
                  </a:moveTo>
                  <a:cubicBezTo>
                    <a:pt x="127" y="0"/>
                    <a:pt x="78" y="24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41" y="927"/>
                  </a:lnTo>
                  <a:lnTo>
                    <a:pt x="1206" y="671"/>
                  </a:lnTo>
                  <a:lnTo>
                    <a:pt x="275" y="32"/>
                  </a:lnTo>
                  <a:cubicBezTo>
                    <a:pt x="246" y="10"/>
                    <a:pt x="211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7"/>
            <p:cNvSpPr/>
            <p:nvPr/>
          </p:nvSpPr>
          <p:spPr>
            <a:xfrm>
              <a:off x="4152087" y="1892854"/>
              <a:ext cx="52681" cy="41236"/>
            </a:xfrm>
            <a:custGeom>
              <a:rect b="b" l="l" r="r" t="t"/>
              <a:pathLst>
                <a:path extrusionOk="0" h="944" w="1206">
                  <a:moveTo>
                    <a:pt x="183" y="0"/>
                  </a:moveTo>
                  <a:cubicBezTo>
                    <a:pt x="130" y="0"/>
                    <a:pt x="78" y="29"/>
                    <a:pt x="55" y="86"/>
                  </a:cubicBezTo>
                  <a:cubicBezTo>
                    <a:pt x="1" y="159"/>
                    <a:pt x="19" y="250"/>
                    <a:pt x="92" y="305"/>
                  </a:cubicBezTo>
                  <a:lnTo>
                    <a:pt x="1041" y="944"/>
                  </a:lnTo>
                  <a:lnTo>
                    <a:pt x="1206" y="688"/>
                  </a:lnTo>
                  <a:lnTo>
                    <a:pt x="275" y="31"/>
                  </a:lnTo>
                  <a:cubicBezTo>
                    <a:pt x="247" y="11"/>
                    <a:pt x="21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7"/>
            <p:cNvSpPr/>
            <p:nvPr/>
          </p:nvSpPr>
          <p:spPr>
            <a:xfrm>
              <a:off x="4110633" y="1954227"/>
              <a:ext cx="53467" cy="41280"/>
            </a:xfrm>
            <a:custGeom>
              <a:rect b="b" l="l" r="r" t="t"/>
              <a:pathLst>
                <a:path extrusionOk="0" h="945" w="1224">
                  <a:moveTo>
                    <a:pt x="183" y="0"/>
                  </a:moveTo>
                  <a:cubicBezTo>
                    <a:pt x="135" y="0"/>
                    <a:pt x="88" y="24"/>
                    <a:pt x="55" y="68"/>
                  </a:cubicBezTo>
                  <a:cubicBezTo>
                    <a:pt x="0" y="141"/>
                    <a:pt x="19" y="251"/>
                    <a:pt x="92" y="287"/>
                  </a:cubicBezTo>
                  <a:lnTo>
                    <a:pt x="1059" y="945"/>
                  </a:lnTo>
                  <a:lnTo>
                    <a:pt x="1224" y="689"/>
                  </a:lnTo>
                  <a:lnTo>
                    <a:pt x="274" y="32"/>
                  </a:lnTo>
                  <a:cubicBezTo>
                    <a:pt x="245" y="10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7"/>
            <p:cNvSpPr/>
            <p:nvPr/>
          </p:nvSpPr>
          <p:spPr>
            <a:xfrm>
              <a:off x="4069179" y="2015556"/>
              <a:ext cx="54254" cy="41367"/>
            </a:xfrm>
            <a:custGeom>
              <a:rect b="b" l="l" r="r" t="t"/>
              <a:pathLst>
                <a:path extrusionOk="0" h="947" w="1242">
                  <a:moveTo>
                    <a:pt x="177" y="0"/>
                  </a:moveTo>
                  <a:cubicBezTo>
                    <a:pt x="131" y="0"/>
                    <a:pt x="87" y="20"/>
                    <a:pt x="55" y="52"/>
                  </a:cubicBezTo>
                  <a:cubicBezTo>
                    <a:pt x="0" y="125"/>
                    <a:pt x="18" y="234"/>
                    <a:pt x="110" y="289"/>
                  </a:cubicBezTo>
                  <a:lnTo>
                    <a:pt x="1059" y="946"/>
                  </a:lnTo>
                  <a:lnTo>
                    <a:pt x="1241" y="672"/>
                  </a:lnTo>
                  <a:lnTo>
                    <a:pt x="274" y="34"/>
                  </a:lnTo>
                  <a:cubicBezTo>
                    <a:pt x="243" y="11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7"/>
            <p:cNvSpPr/>
            <p:nvPr/>
          </p:nvSpPr>
          <p:spPr>
            <a:xfrm>
              <a:off x="4027681" y="2076143"/>
              <a:ext cx="54297" cy="41367"/>
            </a:xfrm>
            <a:custGeom>
              <a:rect b="b" l="l" r="r" t="t"/>
              <a:pathLst>
                <a:path extrusionOk="0" h="947" w="1243">
                  <a:moveTo>
                    <a:pt x="185" y="1"/>
                  </a:moveTo>
                  <a:cubicBezTo>
                    <a:pt x="138" y="1"/>
                    <a:pt x="87" y="20"/>
                    <a:pt x="56" y="52"/>
                  </a:cubicBezTo>
                  <a:cubicBezTo>
                    <a:pt x="1" y="125"/>
                    <a:pt x="19" y="235"/>
                    <a:pt x="110" y="289"/>
                  </a:cubicBezTo>
                  <a:lnTo>
                    <a:pt x="1060" y="947"/>
                  </a:lnTo>
                  <a:lnTo>
                    <a:pt x="1242" y="691"/>
                  </a:lnTo>
                  <a:lnTo>
                    <a:pt x="275" y="34"/>
                  </a:lnTo>
                  <a:cubicBezTo>
                    <a:pt x="252" y="11"/>
                    <a:pt x="219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7"/>
            <p:cNvSpPr/>
            <p:nvPr/>
          </p:nvSpPr>
          <p:spPr>
            <a:xfrm>
              <a:off x="3987013" y="2136817"/>
              <a:ext cx="53467" cy="41324"/>
            </a:xfrm>
            <a:custGeom>
              <a:rect b="b" l="l" r="r" t="t"/>
              <a:pathLst>
                <a:path extrusionOk="0" h="946" w="1224">
                  <a:moveTo>
                    <a:pt x="174" y="0"/>
                  </a:moveTo>
                  <a:cubicBezTo>
                    <a:pt x="127" y="0"/>
                    <a:pt x="78" y="25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60" y="945"/>
                  </a:lnTo>
                  <a:lnTo>
                    <a:pt x="1224" y="689"/>
                  </a:lnTo>
                  <a:lnTo>
                    <a:pt x="256" y="32"/>
                  </a:lnTo>
                  <a:cubicBezTo>
                    <a:pt x="235" y="11"/>
                    <a:pt x="20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7"/>
            <p:cNvSpPr/>
            <p:nvPr/>
          </p:nvSpPr>
          <p:spPr>
            <a:xfrm>
              <a:off x="2357113" y="709250"/>
              <a:ext cx="328580" cy="720106"/>
            </a:xfrm>
            <a:custGeom>
              <a:rect b="b" l="l" r="r" t="t"/>
              <a:pathLst>
                <a:path extrusionOk="0" h="16485" w="7522">
                  <a:moveTo>
                    <a:pt x="6645" y="2081"/>
                  </a:moveTo>
                  <a:cubicBezTo>
                    <a:pt x="5313" y="2355"/>
                    <a:pt x="4017" y="2757"/>
                    <a:pt x="2775" y="3286"/>
                  </a:cubicBezTo>
                  <a:cubicBezTo>
                    <a:pt x="2027" y="3615"/>
                    <a:pt x="1570" y="3980"/>
                    <a:pt x="1534" y="4947"/>
                  </a:cubicBezTo>
                  <a:cubicBezTo>
                    <a:pt x="1534" y="5458"/>
                    <a:pt x="1589" y="5988"/>
                    <a:pt x="1698" y="6499"/>
                  </a:cubicBezTo>
                  <a:cubicBezTo>
                    <a:pt x="1972" y="7923"/>
                    <a:pt x="2355" y="9347"/>
                    <a:pt x="2666" y="10679"/>
                  </a:cubicBezTo>
                  <a:cubicBezTo>
                    <a:pt x="3140" y="12706"/>
                    <a:pt x="3688" y="14422"/>
                    <a:pt x="3998" y="16247"/>
                  </a:cubicBezTo>
                  <a:cubicBezTo>
                    <a:pt x="3670" y="16338"/>
                    <a:pt x="3378" y="16430"/>
                    <a:pt x="3049" y="16485"/>
                  </a:cubicBezTo>
                  <a:cubicBezTo>
                    <a:pt x="2063" y="13819"/>
                    <a:pt x="1242" y="11081"/>
                    <a:pt x="585" y="8306"/>
                  </a:cubicBezTo>
                  <a:cubicBezTo>
                    <a:pt x="366" y="7339"/>
                    <a:pt x="92" y="6335"/>
                    <a:pt x="19" y="5349"/>
                  </a:cubicBezTo>
                  <a:cubicBezTo>
                    <a:pt x="1" y="5075"/>
                    <a:pt x="1" y="4783"/>
                    <a:pt x="19" y="4509"/>
                  </a:cubicBezTo>
                  <a:cubicBezTo>
                    <a:pt x="128" y="3067"/>
                    <a:pt x="1260" y="2337"/>
                    <a:pt x="2428" y="1899"/>
                  </a:cubicBezTo>
                  <a:cubicBezTo>
                    <a:pt x="3688" y="1406"/>
                    <a:pt x="5112" y="1242"/>
                    <a:pt x="6609" y="1059"/>
                  </a:cubicBezTo>
                  <a:cubicBezTo>
                    <a:pt x="6737" y="694"/>
                    <a:pt x="6682" y="0"/>
                    <a:pt x="7065" y="37"/>
                  </a:cubicBezTo>
                  <a:cubicBezTo>
                    <a:pt x="7503" y="73"/>
                    <a:pt x="7522" y="822"/>
                    <a:pt x="7522" y="1479"/>
                  </a:cubicBezTo>
                  <a:cubicBezTo>
                    <a:pt x="7522" y="2154"/>
                    <a:pt x="7485" y="2958"/>
                    <a:pt x="7029" y="2921"/>
                  </a:cubicBezTo>
                  <a:cubicBezTo>
                    <a:pt x="6682" y="2884"/>
                    <a:pt x="6737" y="2410"/>
                    <a:pt x="6645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7"/>
            <p:cNvSpPr/>
            <p:nvPr/>
          </p:nvSpPr>
          <p:spPr>
            <a:xfrm>
              <a:off x="2800483" y="709250"/>
              <a:ext cx="328580" cy="720106"/>
            </a:xfrm>
            <a:custGeom>
              <a:rect b="b" l="l" r="r" t="t"/>
              <a:pathLst>
                <a:path extrusionOk="0" h="16485" w="7522">
                  <a:moveTo>
                    <a:pt x="877" y="2081"/>
                  </a:moveTo>
                  <a:cubicBezTo>
                    <a:pt x="2191" y="2355"/>
                    <a:pt x="3505" y="2757"/>
                    <a:pt x="4747" y="3286"/>
                  </a:cubicBezTo>
                  <a:cubicBezTo>
                    <a:pt x="5495" y="3615"/>
                    <a:pt x="5951" y="3980"/>
                    <a:pt x="5988" y="4947"/>
                  </a:cubicBezTo>
                  <a:cubicBezTo>
                    <a:pt x="5988" y="5458"/>
                    <a:pt x="5933" y="5988"/>
                    <a:pt x="5824" y="6499"/>
                  </a:cubicBezTo>
                  <a:cubicBezTo>
                    <a:pt x="5550" y="7923"/>
                    <a:pt x="5167" y="9347"/>
                    <a:pt x="4856" y="10679"/>
                  </a:cubicBezTo>
                  <a:cubicBezTo>
                    <a:pt x="4382" y="12706"/>
                    <a:pt x="3816" y="14422"/>
                    <a:pt x="3524" y="16247"/>
                  </a:cubicBezTo>
                  <a:cubicBezTo>
                    <a:pt x="3852" y="16338"/>
                    <a:pt x="4144" y="16430"/>
                    <a:pt x="4473" y="16485"/>
                  </a:cubicBezTo>
                  <a:cubicBezTo>
                    <a:pt x="5459" y="13819"/>
                    <a:pt x="6280" y="11081"/>
                    <a:pt x="6937" y="8306"/>
                  </a:cubicBezTo>
                  <a:cubicBezTo>
                    <a:pt x="7156" y="7339"/>
                    <a:pt x="7430" y="6335"/>
                    <a:pt x="7503" y="5349"/>
                  </a:cubicBezTo>
                  <a:cubicBezTo>
                    <a:pt x="7521" y="5075"/>
                    <a:pt x="7521" y="4783"/>
                    <a:pt x="7503" y="4509"/>
                  </a:cubicBezTo>
                  <a:cubicBezTo>
                    <a:pt x="7394" y="3067"/>
                    <a:pt x="6262" y="2337"/>
                    <a:pt x="5093" y="1899"/>
                  </a:cubicBezTo>
                  <a:cubicBezTo>
                    <a:pt x="3834" y="1406"/>
                    <a:pt x="2410" y="1242"/>
                    <a:pt x="913" y="1059"/>
                  </a:cubicBezTo>
                  <a:cubicBezTo>
                    <a:pt x="785" y="694"/>
                    <a:pt x="840" y="0"/>
                    <a:pt x="457" y="37"/>
                  </a:cubicBezTo>
                  <a:cubicBezTo>
                    <a:pt x="19" y="73"/>
                    <a:pt x="0" y="822"/>
                    <a:pt x="0" y="1479"/>
                  </a:cubicBezTo>
                  <a:cubicBezTo>
                    <a:pt x="0" y="2154"/>
                    <a:pt x="37" y="2958"/>
                    <a:pt x="493" y="2921"/>
                  </a:cubicBezTo>
                  <a:cubicBezTo>
                    <a:pt x="822" y="2884"/>
                    <a:pt x="767" y="2410"/>
                    <a:pt x="877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7"/>
            <p:cNvSpPr/>
            <p:nvPr/>
          </p:nvSpPr>
          <p:spPr>
            <a:xfrm>
              <a:off x="2464745" y="1387061"/>
              <a:ext cx="1220926" cy="885968"/>
            </a:xfrm>
            <a:custGeom>
              <a:rect b="b" l="l" r="r" t="t"/>
              <a:pathLst>
                <a:path extrusionOk="0" h="20282" w="27950">
                  <a:moveTo>
                    <a:pt x="10753" y="0"/>
                  </a:moveTo>
                  <a:cubicBezTo>
                    <a:pt x="11593" y="73"/>
                    <a:pt x="12414" y="146"/>
                    <a:pt x="13236" y="219"/>
                  </a:cubicBezTo>
                  <a:cubicBezTo>
                    <a:pt x="12761" y="3815"/>
                    <a:pt x="11155" y="6261"/>
                    <a:pt x="8015" y="7193"/>
                  </a:cubicBezTo>
                  <a:cubicBezTo>
                    <a:pt x="8344" y="8799"/>
                    <a:pt x="8617" y="10296"/>
                    <a:pt x="9165" y="11665"/>
                  </a:cubicBezTo>
                  <a:cubicBezTo>
                    <a:pt x="9676" y="12943"/>
                    <a:pt x="10352" y="14148"/>
                    <a:pt x="11191" y="15225"/>
                  </a:cubicBezTo>
                  <a:cubicBezTo>
                    <a:pt x="12013" y="16302"/>
                    <a:pt x="12889" y="17178"/>
                    <a:pt x="14203" y="17799"/>
                  </a:cubicBezTo>
                  <a:cubicBezTo>
                    <a:pt x="15481" y="18401"/>
                    <a:pt x="17307" y="18511"/>
                    <a:pt x="18913" y="17981"/>
                  </a:cubicBezTo>
                  <a:cubicBezTo>
                    <a:pt x="20282" y="17525"/>
                    <a:pt x="21286" y="16612"/>
                    <a:pt x="22071" y="15553"/>
                  </a:cubicBezTo>
                  <a:cubicBezTo>
                    <a:pt x="22875" y="14440"/>
                    <a:pt x="23276" y="13052"/>
                    <a:pt x="23495" y="11391"/>
                  </a:cubicBezTo>
                  <a:cubicBezTo>
                    <a:pt x="23605" y="10533"/>
                    <a:pt x="23660" y="9712"/>
                    <a:pt x="23842" y="8945"/>
                  </a:cubicBezTo>
                  <a:cubicBezTo>
                    <a:pt x="24371" y="6736"/>
                    <a:pt x="25266" y="4838"/>
                    <a:pt x="27767" y="4491"/>
                  </a:cubicBezTo>
                  <a:cubicBezTo>
                    <a:pt x="27803" y="4655"/>
                    <a:pt x="27840" y="4801"/>
                    <a:pt x="27876" y="4965"/>
                  </a:cubicBezTo>
                  <a:cubicBezTo>
                    <a:pt x="27913" y="5130"/>
                    <a:pt x="27949" y="5294"/>
                    <a:pt x="27949" y="5458"/>
                  </a:cubicBezTo>
                  <a:cubicBezTo>
                    <a:pt x="27913" y="5623"/>
                    <a:pt x="27639" y="5714"/>
                    <a:pt x="27511" y="5805"/>
                  </a:cubicBezTo>
                  <a:cubicBezTo>
                    <a:pt x="27384" y="5933"/>
                    <a:pt x="27238" y="6061"/>
                    <a:pt x="27091" y="6170"/>
                  </a:cubicBezTo>
                  <a:cubicBezTo>
                    <a:pt x="26124" y="7211"/>
                    <a:pt x="25576" y="8708"/>
                    <a:pt x="25302" y="10405"/>
                  </a:cubicBezTo>
                  <a:cubicBezTo>
                    <a:pt x="25156" y="11318"/>
                    <a:pt x="25120" y="12194"/>
                    <a:pt x="24956" y="13052"/>
                  </a:cubicBezTo>
                  <a:cubicBezTo>
                    <a:pt x="24773" y="13819"/>
                    <a:pt x="24518" y="14549"/>
                    <a:pt x="24171" y="15261"/>
                  </a:cubicBezTo>
                  <a:cubicBezTo>
                    <a:pt x="23550" y="16557"/>
                    <a:pt x="22619" y="17689"/>
                    <a:pt x="21451" y="18547"/>
                  </a:cubicBezTo>
                  <a:cubicBezTo>
                    <a:pt x="20191" y="19533"/>
                    <a:pt x="18658" y="20099"/>
                    <a:pt x="17069" y="20172"/>
                  </a:cubicBezTo>
                  <a:cubicBezTo>
                    <a:pt x="14642" y="20281"/>
                    <a:pt x="12250" y="19405"/>
                    <a:pt x="10479" y="17744"/>
                  </a:cubicBezTo>
                  <a:cubicBezTo>
                    <a:pt x="8873" y="16229"/>
                    <a:pt x="7668" y="14312"/>
                    <a:pt x="7029" y="12176"/>
                  </a:cubicBezTo>
                  <a:cubicBezTo>
                    <a:pt x="6518" y="10588"/>
                    <a:pt x="6153" y="8945"/>
                    <a:pt x="5952" y="7266"/>
                  </a:cubicBezTo>
                  <a:cubicBezTo>
                    <a:pt x="4419" y="6992"/>
                    <a:pt x="3031" y="6207"/>
                    <a:pt x="2027" y="5020"/>
                  </a:cubicBezTo>
                  <a:cubicBezTo>
                    <a:pt x="987" y="3870"/>
                    <a:pt x="275" y="2446"/>
                    <a:pt x="1" y="913"/>
                  </a:cubicBezTo>
                  <a:cubicBezTo>
                    <a:pt x="804" y="694"/>
                    <a:pt x="1626" y="493"/>
                    <a:pt x="2484" y="329"/>
                  </a:cubicBezTo>
                  <a:cubicBezTo>
                    <a:pt x="2885" y="1789"/>
                    <a:pt x="3469" y="3085"/>
                    <a:pt x="4437" y="4053"/>
                  </a:cubicBezTo>
                  <a:cubicBezTo>
                    <a:pt x="4912" y="4564"/>
                    <a:pt x="5532" y="4929"/>
                    <a:pt x="6208" y="5111"/>
                  </a:cubicBezTo>
                  <a:cubicBezTo>
                    <a:pt x="6974" y="5276"/>
                    <a:pt x="7796" y="5130"/>
                    <a:pt x="8453" y="4692"/>
                  </a:cubicBezTo>
                  <a:cubicBezTo>
                    <a:pt x="9786" y="3815"/>
                    <a:pt x="10479" y="2136"/>
                    <a:pt x="10698" y="91"/>
                  </a:cubicBezTo>
                  <a:cubicBezTo>
                    <a:pt x="10698" y="55"/>
                    <a:pt x="10717" y="18"/>
                    <a:pt x="10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7"/>
            <p:cNvSpPr/>
            <p:nvPr/>
          </p:nvSpPr>
          <p:spPr>
            <a:xfrm>
              <a:off x="3587543" y="1464378"/>
              <a:ext cx="306258" cy="319013"/>
            </a:xfrm>
            <a:custGeom>
              <a:rect b="b" l="l" r="r" t="t"/>
              <a:pathLst>
                <a:path extrusionOk="0" h="7303" w="7011">
                  <a:moveTo>
                    <a:pt x="3469" y="56"/>
                  </a:moveTo>
                  <a:cubicBezTo>
                    <a:pt x="4473" y="1"/>
                    <a:pt x="5440" y="402"/>
                    <a:pt x="6097" y="1169"/>
                  </a:cubicBezTo>
                  <a:cubicBezTo>
                    <a:pt x="6681" y="1808"/>
                    <a:pt x="6992" y="2629"/>
                    <a:pt x="7010" y="3487"/>
                  </a:cubicBezTo>
                  <a:cubicBezTo>
                    <a:pt x="7010" y="4418"/>
                    <a:pt x="6627" y="5295"/>
                    <a:pt x="5933" y="5915"/>
                  </a:cubicBezTo>
                  <a:cubicBezTo>
                    <a:pt x="5312" y="6518"/>
                    <a:pt x="4546" y="6919"/>
                    <a:pt x="3706" y="7084"/>
                  </a:cubicBezTo>
                  <a:cubicBezTo>
                    <a:pt x="2264" y="7303"/>
                    <a:pt x="1077" y="6372"/>
                    <a:pt x="548" y="5349"/>
                  </a:cubicBezTo>
                  <a:cubicBezTo>
                    <a:pt x="347" y="5003"/>
                    <a:pt x="219" y="4619"/>
                    <a:pt x="164" y="4218"/>
                  </a:cubicBezTo>
                  <a:cubicBezTo>
                    <a:pt x="0" y="2319"/>
                    <a:pt x="949" y="914"/>
                    <a:pt x="2136" y="348"/>
                  </a:cubicBezTo>
                  <a:cubicBezTo>
                    <a:pt x="2556" y="183"/>
                    <a:pt x="3012" y="74"/>
                    <a:pt x="3469" y="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7"/>
            <p:cNvSpPr/>
            <p:nvPr/>
          </p:nvSpPr>
          <p:spPr>
            <a:xfrm>
              <a:off x="3651318" y="1519417"/>
              <a:ext cx="200983" cy="185039"/>
            </a:xfrm>
            <a:custGeom>
              <a:rect b="b" l="l" r="r" t="t"/>
              <a:pathLst>
                <a:path extrusionOk="0" h="4236" w="4601">
                  <a:moveTo>
                    <a:pt x="1917" y="110"/>
                  </a:moveTo>
                  <a:cubicBezTo>
                    <a:pt x="2666" y="0"/>
                    <a:pt x="3414" y="347"/>
                    <a:pt x="3834" y="986"/>
                  </a:cubicBezTo>
                  <a:cubicBezTo>
                    <a:pt x="3925" y="1114"/>
                    <a:pt x="3998" y="1260"/>
                    <a:pt x="4071" y="1406"/>
                  </a:cubicBezTo>
                  <a:cubicBezTo>
                    <a:pt x="4601" y="2739"/>
                    <a:pt x="3725" y="4217"/>
                    <a:pt x="2282" y="4236"/>
                  </a:cubicBezTo>
                  <a:cubicBezTo>
                    <a:pt x="1169" y="4236"/>
                    <a:pt x="165" y="3505"/>
                    <a:pt x="55" y="2428"/>
                  </a:cubicBezTo>
                  <a:cubicBezTo>
                    <a:pt x="0" y="1753"/>
                    <a:pt x="256" y="1077"/>
                    <a:pt x="785" y="639"/>
                  </a:cubicBezTo>
                  <a:cubicBezTo>
                    <a:pt x="1096" y="365"/>
                    <a:pt x="1497" y="165"/>
                    <a:pt x="1917" y="1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57"/>
          <p:cNvGrpSpPr/>
          <p:nvPr/>
        </p:nvGrpSpPr>
        <p:grpSpPr>
          <a:xfrm>
            <a:off x="5424858" y="2654896"/>
            <a:ext cx="727013" cy="497802"/>
            <a:chOff x="4549425" y="3498550"/>
            <a:chExt cx="295375" cy="202250"/>
          </a:xfrm>
        </p:grpSpPr>
        <p:sp>
          <p:nvSpPr>
            <p:cNvPr id="626" name="Google Shape;626;p57"/>
            <p:cNvSpPr/>
            <p:nvPr/>
          </p:nvSpPr>
          <p:spPr>
            <a:xfrm>
              <a:off x="4549425" y="3498550"/>
              <a:ext cx="295375" cy="202250"/>
            </a:xfrm>
            <a:custGeom>
              <a:rect b="b" l="l" r="r" t="t"/>
              <a:pathLst>
                <a:path extrusionOk="0" h="8090" w="11815">
                  <a:moveTo>
                    <a:pt x="1" y="1"/>
                  </a:moveTo>
                  <a:lnTo>
                    <a:pt x="1" y="8090"/>
                  </a:lnTo>
                  <a:lnTo>
                    <a:pt x="11815" y="8090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7"/>
            <p:cNvSpPr/>
            <p:nvPr/>
          </p:nvSpPr>
          <p:spPr>
            <a:xfrm>
              <a:off x="4574450" y="3683025"/>
              <a:ext cx="18125" cy="17775"/>
            </a:xfrm>
            <a:custGeom>
              <a:rect b="b" l="l" r="r" t="t"/>
              <a:pathLst>
                <a:path extrusionOk="0" h="711" w="725">
                  <a:moveTo>
                    <a:pt x="0" y="0"/>
                  </a:moveTo>
                  <a:lnTo>
                    <a:pt x="0" y="711"/>
                  </a:lnTo>
                  <a:lnTo>
                    <a:pt x="725" y="711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7"/>
            <p:cNvSpPr/>
            <p:nvPr/>
          </p:nvSpPr>
          <p:spPr>
            <a:xfrm>
              <a:off x="4612500" y="3631925"/>
              <a:ext cx="17775" cy="68875"/>
            </a:xfrm>
            <a:custGeom>
              <a:rect b="b" l="l" r="r" t="t"/>
              <a:pathLst>
                <a:path extrusionOk="0" h="2755" w="711">
                  <a:moveTo>
                    <a:pt x="0" y="0"/>
                  </a:moveTo>
                  <a:lnTo>
                    <a:pt x="0" y="2755"/>
                  </a:lnTo>
                  <a:lnTo>
                    <a:pt x="710" y="275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7"/>
            <p:cNvSpPr/>
            <p:nvPr/>
          </p:nvSpPr>
          <p:spPr>
            <a:xfrm>
              <a:off x="4650175" y="3599675"/>
              <a:ext cx="17775" cy="101125"/>
            </a:xfrm>
            <a:custGeom>
              <a:rect b="b" l="l" r="r" t="t"/>
              <a:pathLst>
                <a:path extrusionOk="0" h="4045" w="711">
                  <a:moveTo>
                    <a:pt x="1" y="0"/>
                  </a:moveTo>
                  <a:lnTo>
                    <a:pt x="1" y="4045"/>
                  </a:lnTo>
                  <a:lnTo>
                    <a:pt x="711" y="404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57"/>
            <p:cNvSpPr/>
            <p:nvPr/>
          </p:nvSpPr>
          <p:spPr>
            <a:xfrm>
              <a:off x="4688225" y="3553275"/>
              <a:ext cx="17775" cy="147525"/>
            </a:xfrm>
            <a:custGeom>
              <a:rect b="b" l="l" r="r" t="t"/>
              <a:pathLst>
                <a:path extrusionOk="0" h="5901" w="711">
                  <a:moveTo>
                    <a:pt x="1" y="1"/>
                  </a:moveTo>
                  <a:lnTo>
                    <a:pt x="1" y="5901"/>
                  </a:lnTo>
                  <a:lnTo>
                    <a:pt x="711" y="5901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7"/>
            <p:cNvSpPr/>
            <p:nvPr/>
          </p:nvSpPr>
          <p:spPr>
            <a:xfrm>
              <a:off x="4725925" y="3517050"/>
              <a:ext cx="17775" cy="183750"/>
            </a:xfrm>
            <a:custGeom>
              <a:rect b="b" l="l" r="r" t="t"/>
              <a:pathLst>
                <a:path extrusionOk="0" h="7350" w="711">
                  <a:moveTo>
                    <a:pt x="0" y="0"/>
                  </a:moveTo>
                  <a:lnTo>
                    <a:pt x="0" y="7350"/>
                  </a:lnTo>
                  <a:lnTo>
                    <a:pt x="711" y="735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7"/>
            <p:cNvSpPr/>
            <p:nvPr/>
          </p:nvSpPr>
          <p:spPr>
            <a:xfrm>
              <a:off x="4763600" y="3654025"/>
              <a:ext cx="18150" cy="46775"/>
            </a:xfrm>
            <a:custGeom>
              <a:rect b="b" l="l" r="r" t="t"/>
              <a:pathLst>
                <a:path extrusionOk="0" h="1871" w="726">
                  <a:moveTo>
                    <a:pt x="1" y="1"/>
                  </a:moveTo>
                  <a:lnTo>
                    <a:pt x="1" y="1871"/>
                  </a:lnTo>
                  <a:lnTo>
                    <a:pt x="726" y="1871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7"/>
            <p:cNvSpPr/>
            <p:nvPr/>
          </p:nvSpPr>
          <p:spPr>
            <a:xfrm>
              <a:off x="4801650" y="3594225"/>
              <a:ext cx="17800" cy="106575"/>
            </a:xfrm>
            <a:custGeom>
              <a:rect b="b" l="l" r="r" t="t"/>
              <a:pathLst>
                <a:path extrusionOk="0" h="4263" w="712">
                  <a:moveTo>
                    <a:pt x="1" y="1"/>
                  </a:moveTo>
                  <a:lnTo>
                    <a:pt x="1" y="4263"/>
                  </a:lnTo>
                  <a:lnTo>
                    <a:pt x="711" y="4263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" name="Google Shape;634;p57"/>
          <p:cNvSpPr/>
          <p:nvPr/>
        </p:nvSpPr>
        <p:spPr>
          <a:xfrm flipH="1">
            <a:off x="5506865" y="1176769"/>
            <a:ext cx="533070" cy="497801"/>
          </a:xfrm>
          <a:custGeom>
            <a:rect b="b" l="l" r="r" t="t"/>
            <a:pathLst>
              <a:path extrusionOk="0" h="9866" w="10565">
                <a:moveTo>
                  <a:pt x="4552" y="1"/>
                </a:moveTo>
                <a:cubicBezTo>
                  <a:pt x="2229" y="1"/>
                  <a:pt x="0" y="1811"/>
                  <a:pt x="0" y="4539"/>
                </a:cubicBezTo>
                <a:cubicBezTo>
                  <a:pt x="0" y="6145"/>
                  <a:pt x="876" y="7642"/>
                  <a:pt x="2282" y="8463"/>
                </a:cubicBezTo>
                <a:cubicBezTo>
                  <a:pt x="2191" y="8902"/>
                  <a:pt x="2081" y="9358"/>
                  <a:pt x="1917" y="9778"/>
                </a:cubicBezTo>
                <a:cubicBezTo>
                  <a:pt x="1903" y="9831"/>
                  <a:pt x="1949" y="9865"/>
                  <a:pt x="1988" y="9865"/>
                </a:cubicBezTo>
                <a:cubicBezTo>
                  <a:pt x="2003" y="9865"/>
                  <a:pt x="2017" y="9861"/>
                  <a:pt x="2026" y="9851"/>
                </a:cubicBezTo>
                <a:lnTo>
                  <a:pt x="2884" y="8755"/>
                </a:lnTo>
                <a:cubicBezTo>
                  <a:pt x="3395" y="8956"/>
                  <a:pt x="3961" y="9048"/>
                  <a:pt x="4527" y="9048"/>
                </a:cubicBezTo>
                <a:cubicBezTo>
                  <a:pt x="4535" y="9048"/>
                  <a:pt x="4542" y="9048"/>
                  <a:pt x="4550" y="9048"/>
                </a:cubicBezTo>
                <a:cubicBezTo>
                  <a:pt x="8551" y="9048"/>
                  <a:pt x="10564" y="4186"/>
                  <a:pt x="7722" y="1344"/>
                </a:cubicBezTo>
                <a:cubicBezTo>
                  <a:pt x="6800" y="416"/>
                  <a:pt x="5665" y="1"/>
                  <a:pt x="45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7"/>
          <p:cNvSpPr/>
          <p:nvPr/>
        </p:nvSpPr>
        <p:spPr>
          <a:xfrm flipH="1">
            <a:off x="5642945" y="1283132"/>
            <a:ext cx="337149" cy="285683"/>
          </a:xfrm>
          <a:custGeom>
            <a:rect b="b" l="l" r="r" t="t"/>
            <a:pathLst>
              <a:path extrusionOk="0" h="5662" w="6682">
                <a:moveTo>
                  <a:pt x="1721" y="1"/>
                </a:moveTo>
                <a:cubicBezTo>
                  <a:pt x="861" y="1"/>
                  <a:pt x="1" y="606"/>
                  <a:pt x="1" y="1700"/>
                </a:cubicBezTo>
                <a:cubicBezTo>
                  <a:pt x="1" y="3599"/>
                  <a:pt x="3341" y="5662"/>
                  <a:pt x="3341" y="5662"/>
                </a:cubicBezTo>
                <a:cubicBezTo>
                  <a:pt x="3341" y="5662"/>
                  <a:pt x="6682" y="3380"/>
                  <a:pt x="6682" y="1700"/>
                </a:cubicBezTo>
                <a:cubicBezTo>
                  <a:pt x="6682" y="769"/>
                  <a:pt x="5915" y="3"/>
                  <a:pt x="4984" y="3"/>
                </a:cubicBezTo>
                <a:cubicBezTo>
                  <a:pt x="4218" y="3"/>
                  <a:pt x="3560" y="496"/>
                  <a:pt x="3341" y="1226"/>
                </a:cubicBezTo>
                <a:cubicBezTo>
                  <a:pt x="3098" y="389"/>
                  <a:pt x="2410" y="1"/>
                  <a:pt x="172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7"/>
          <p:cNvSpPr/>
          <p:nvPr/>
        </p:nvSpPr>
        <p:spPr>
          <a:xfrm flipH="1">
            <a:off x="5676095" y="1377183"/>
            <a:ext cx="283715" cy="105050"/>
          </a:xfrm>
          <a:custGeom>
            <a:rect b="b" l="l" r="r" t="t"/>
            <a:pathLst>
              <a:path extrusionOk="0" h="2082" w="5623">
                <a:moveTo>
                  <a:pt x="2428" y="1"/>
                </a:moveTo>
                <a:cubicBezTo>
                  <a:pt x="2410" y="1"/>
                  <a:pt x="2392" y="19"/>
                  <a:pt x="2373" y="37"/>
                </a:cubicBezTo>
                <a:lnTo>
                  <a:pt x="2081" y="1078"/>
                </a:lnTo>
                <a:lnTo>
                  <a:pt x="0" y="1078"/>
                </a:lnTo>
                <a:cubicBezTo>
                  <a:pt x="18" y="1114"/>
                  <a:pt x="55" y="1151"/>
                  <a:pt x="73" y="1187"/>
                </a:cubicBezTo>
                <a:lnTo>
                  <a:pt x="2136" y="1187"/>
                </a:lnTo>
                <a:cubicBezTo>
                  <a:pt x="2154" y="1187"/>
                  <a:pt x="2191" y="1169"/>
                  <a:pt x="2191" y="1151"/>
                </a:cubicBezTo>
                <a:lnTo>
                  <a:pt x="2428" y="293"/>
                </a:lnTo>
                <a:lnTo>
                  <a:pt x="2885" y="2027"/>
                </a:lnTo>
                <a:cubicBezTo>
                  <a:pt x="2903" y="2045"/>
                  <a:pt x="2921" y="2063"/>
                  <a:pt x="2939" y="2082"/>
                </a:cubicBezTo>
                <a:cubicBezTo>
                  <a:pt x="2976" y="2082"/>
                  <a:pt x="2994" y="2063"/>
                  <a:pt x="2994" y="2027"/>
                </a:cubicBezTo>
                <a:lnTo>
                  <a:pt x="3487" y="804"/>
                </a:lnTo>
                <a:lnTo>
                  <a:pt x="3651" y="1406"/>
                </a:lnTo>
                <a:cubicBezTo>
                  <a:pt x="3651" y="1425"/>
                  <a:pt x="3688" y="1443"/>
                  <a:pt x="3706" y="1443"/>
                </a:cubicBezTo>
                <a:lnTo>
                  <a:pt x="5532" y="1443"/>
                </a:lnTo>
                <a:cubicBezTo>
                  <a:pt x="5568" y="1406"/>
                  <a:pt x="5605" y="1370"/>
                  <a:pt x="5623" y="1315"/>
                </a:cubicBezTo>
                <a:lnTo>
                  <a:pt x="5623" y="1315"/>
                </a:lnTo>
                <a:lnTo>
                  <a:pt x="3761" y="1333"/>
                </a:lnTo>
                <a:lnTo>
                  <a:pt x="3578" y="585"/>
                </a:lnTo>
                <a:cubicBezTo>
                  <a:pt x="3578" y="567"/>
                  <a:pt x="3560" y="548"/>
                  <a:pt x="3523" y="548"/>
                </a:cubicBezTo>
                <a:cubicBezTo>
                  <a:pt x="3505" y="548"/>
                  <a:pt x="3469" y="567"/>
                  <a:pt x="3469" y="585"/>
                </a:cubicBezTo>
                <a:lnTo>
                  <a:pt x="2976" y="1826"/>
                </a:lnTo>
                <a:lnTo>
                  <a:pt x="2501" y="37"/>
                </a:lnTo>
                <a:cubicBezTo>
                  <a:pt x="2483" y="19"/>
                  <a:pt x="2465" y="1"/>
                  <a:pt x="24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7"/>
          <p:cNvSpPr/>
          <p:nvPr/>
        </p:nvSpPr>
        <p:spPr>
          <a:xfrm>
            <a:off x="7307330" y="873441"/>
            <a:ext cx="415313" cy="411096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7"/>
          <p:cNvSpPr txBox="1"/>
          <p:nvPr>
            <p:ph type="ctrTitle"/>
          </p:nvPr>
        </p:nvSpPr>
        <p:spPr>
          <a:xfrm>
            <a:off x="713232" y="1645920"/>
            <a:ext cx="4754880" cy="210312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14282F"/>
                </a:solidFill>
                <a:latin typeface="Alata"/>
              </a:defRPr>
            </a:pPr>
            <a:r>
              <a:t>MENTOSCOPE</a:t>
            </a:r>
            <a:endParaRPr/>
          </a:p>
          <a:p>
            <a:pPr>
              <a:defRPr sz="1300" b="1">
                <a:solidFill>
                  <a:srgbClr val="00A896"/>
                </a:solidFill>
                <a:latin typeface="Montserrat"/>
              </a:defRPr>
            </a:pPr>
            <a:r>
              <a:t>An AI-Assisted ENT Examination Assistant</a:t>
            </a:r>
            <a:br/>
            <a:r>
              <a:t>&amp; Training Kit for Healthcare Students</a:t>
            </a:r>
          </a:p>
          <a:p>
            <a:pPr>
              <a:defRPr sz="950">
                <a:solidFill>
                  <a:srgbClr val="5A6E76"/>
                </a:solidFill>
                <a:latin typeface="Montserrat"/>
              </a:defRPr>
            </a:pPr>
            <a:r>
              <a:t>Chulabhorn Innovation Awards 2026 · Team 3134 (CIA26509)</a:t>
            </a:r>
            <a:br/>
            <a:r>
              <a:t>Satit Prasarnmit Demonstration School (Secondary),</a:t>
            </a:r>
            <a:br/>
            <a:r>
              <a:t>Srinakharinwirot University</a:t>
            </a:r>
          </a:p>
        </p:txBody>
      </p:sp>
      <p:sp>
        <p:nvSpPr>
          <p:cNvPr id="639" name="Google Shape;639;p57"/>
          <p:cNvSpPr txBox="1"/>
          <p:nvPr>
            <p:ph idx="1" type="subTitle"/>
          </p:nvPr>
        </p:nvSpPr>
        <p:spPr>
          <a:xfrm>
            <a:off x="714300" y="3441350"/>
            <a:ext cx="35910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640" name="Google Shape;640;p57"/>
          <p:cNvSpPr/>
          <p:nvPr/>
        </p:nvSpPr>
        <p:spPr>
          <a:xfrm>
            <a:off x="4590686" y="397261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7"/>
          <p:cNvSpPr/>
          <p:nvPr/>
        </p:nvSpPr>
        <p:spPr>
          <a:xfrm>
            <a:off x="8392213" y="1871097"/>
            <a:ext cx="227485" cy="194801"/>
          </a:xfrm>
          <a:custGeom>
            <a:rect b="b" l="l" r="r" t="t"/>
            <a:pathLst>
              <a:path extrusionOk="0" h="5835" w="6814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7"/>
          <p:cNvSpPr/>
          <p:nvPr/>
        </p:nvSpPr>
        <p:spPr>
          <a:xfrm rot="2700000">
            <a:off x="4462786" y="3566948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7"/>
          <p:cNvSpPr/>
          <p:nvPr/>
        </p:nvSpPr>
        <p:spPr>
          <a:xfrm>
            <a:off x="5264032" y="2087088"/>
            <a:ext cx="227477" cy="227477"/>
          </a:xfrm>
          <a:custGeom>
            <a:rect b="b" l="l" r="r" t="t"/>
            <a:pathLst>
              <a:path extrusionOk="0" h="1610" w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7"/>
          <p:cNvSpPr/>
          <p:nvPr/>
        </p:nvSpPr>
        <p:spPr>
          <a:xfrm>
            <a:off x="5162638" y="1622430"/>
            <a:ext cx="430242" cy="425873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Rounded Rectangle 644"/>
          <p:cNvSpPr/>
          <p:nvPr/>
        </p:nvSpPr>
        <p:spPr>
          <a:xfrm>
            <a:off x="713232" y="4315968"/>
            <a:ext cx="7717536" cy="530352"/>
          </a:xfrm>
          <a:prstGeom prst="roundRect">
            <a:avLst/>
          </a:prstGeom>
          <a:solidFill>
            <a:srgbClr val="F0F8F8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4282F"/>
                </a:solidFill>
                <a:latin typeface="Montserrat"/>
              </a:defRPr>
            </a:pPr>
            <a:r>
              <a:t>INNOVATION PROPOSAL HIGHLIGHTS:   [5] Proposed Innovation   |   [6] Scientific Foundation   |   [7] Parameters &amp; Testing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" y="347472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lata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274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82F"/>
                </a:solidFill>
                <a:latin typeface="Alata"/>
              </a:defRPr>
            </a:pPr>
            <a:r>
              <a:t>PROPOSED INNOVATION</a:t>
            </a:r>
          </a:p>
          <a:p>
            <a:pPr>
              <a:defRPr sz="1050">
                <a:solidFill>
                  <a:srgbClr val="5A6E76"/>
                </a:solidFill>
                <a:latin typeface="Montserrat"/>
              </a:defRPr>
            </a:pPr>
            <a:r>
              <a:t>Present your proposed solution, including its components, how it works, and how it helps solve the problem.</a:t>
            </a:r>
          </a:p>
        </p:txBody>
      </p:sp>
      <p:pic>
        <p:nvPicPr>
          <p:cNvPr id="4" name="Picture 3" descr="diagram_proposed_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15568"/>
            <a:ext cx="4114800" cy="30906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956048" y="1115568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282F"/>
                </a:solidFill>
                <a:latin typeface="Alata"/>
              </a:defRPr>
            </a:pPr>
            <a:r>
              <a:t>1. Dual-Form Hardware &amp; Optics</a:t>
            </a:r>
          </a:p>
          <a:p>
            <a:pPr>
              <a:defRPr sz="850">
                <a:solidFill>
                  <a:srgbClr val="465A62"/>
                </a:solidFill>
                <a:latin typeface="Montserrat"/>
              </a:defRPr>
            </a:pPr>
            <a:r>
              <a:t>• 3.9mm probe (matches canal) + 6-LED balanced ring light</a:t>
            </a:r>
            <a:br/>
            <a:r>
              <a:t>• Workstation (Laptop/PC) or Standalone Kit (RPi 4/5 + Touchscreen)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2176272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  <a:latin typeface="Alata"/>
              </a:defRPr>
            </a:pPr>
            <a:r>
              <a:t>2. Two-Stage Decoupled AI Pipeline</a:t>
            </a:r>
          </a:p>
          <a:p>
            <a:pPr>
              <a:defRPr sz="850">
                <a:solidFill>
                  <a:srgbClr val="465A62"/>
                </a:solidFill>
                <a:latin typeface="Montserrat"/>
              </a:defRPr>
            </a:pPr>
            <a:r>
              <a:t>• Stage 1 (YOLOv8): Localizes tissue (Where) without judging health</a:t>
            </a:r>
            <a:br/>
            <a:r>
              <a:t>• Stage 2 (Random Forest): Classifies condition (What) on 1,812 HOG+HSV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323697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76F51"/>
                </a:solidFill>
                <a:latin typeface="Alata"/>
              </a:defRPr>
            </a:pPr>
            <a:r>
              <a:t>3. Active Retrieval Pedagogy &amp; 3 Modes</a:t>
            </a:r>
          </a:p>
          <a:p>
            <a:pPr>
              <a:defRPr sz="850">
                <a:solidFill>
                  <a:srgbClr val="465A62"/>
                </a:solidFill>
                <a:latin typeface="Montserrat"/>
              </a:defRPr>
            </a:pPr>
            <a:r>
              <a:t>• Practice Mode: Live 8 fps / Freeze single-shot (Self-Check -&gt; Activate)</a:t>
            </a:r>
            <a:br/>
            <a:r>
              <a:t>• Clarify (Upload review) &amp; Tutor Book (4 ENT chapters + Red Flags)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15968"/>
            <a:ext cx="7717536" cy="621792"/>
          </a:xfrm>
          <a:prstGeom prst="roundRect">
            <a:avLst/>
          </a:prstGeom>
          <a:solidFill>
            <a:srgbClr val="EBF7F6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A896"/>
                </a:solidFill>
                <a:latin typeface="Alata"/>
              </a:defRPr>
            </a:pPr>
            <a:r>
              <a:t>HOW IT SOLVES THE HEALTHCARE PROBLEM:</a:t>
            </a:r>
          </a:p>
          <a:p>
            <a:pPr>
              <a:defRPr sz="850">
                <a:solidFill>
                  <a:srgbClr val="14282F"/>
                </a:solidFill>
                <a:latin typeface="Montserrat"/>
              </a:defRPr>
            </a:pPr>
            <a:r>
              <a:t>Breaks 1:4–1:20 instructor shortage via on-demand 'over-the-shoulder' guidance · Prevents childhood hearing loss (OME) &amp; AMR from misdiagnosis · Low cost vs 1M THB VR manikins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" y="347472"/>
            <a:ext cx="566928" cy="5669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lata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274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82F"/>
                </a:solidFill>
                <a:latin typeface="Alata"/>
              </a:defRPr>
            </a:pPr>
            <a:r>
              <a:t>SCIENTIFIC FOUNDATION</a:t>
            </a:r>
          </a:p>
          <a:p>
            <a:pPr>
              <a:defRPr sz="1050">
                <a:solidFill>
                  <a:srgbClr val="5A6E76"/>
                </a:solidFill>
                <a:latin typeface="Montserrat"/>
              </a:defRPr>
            </a:pPr>
            <a:r>
              <a:t>Explain the science, principles, technologies, and important components behind your innovation.</a:t>
            </a:r>
          </a:p>
        </p:txBody>
      </p:sp>
      <p:pic>
        <p:nvPicPr>
          <p:cNvPr id="4" name="Picture 3" descr="diagram_scientific_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15568"/>
            <a:ext cx="4114800" cy="30906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956048" y="1115568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B2CBF"/>
                </a:solidFill>
                <a:latin typeface="Alata"/>
              </a:defRPr>
            </a:pPr>
            <a:r>
              <a:t>1. Cognitive Pedagogy (Testing Effect)</a:t>
            </a:r>
          </a:p>
          <a:p>
            <a:pPr>
              <a:defRPr sz="819">
                <a:solidFill>
                  <a:srgbClr val="465A62"/>
                </a:solidFill>
                <a:latin typeface="Montserrat"/>
              </a:defRPr>
            </a:pPr>
            <a:r>
              <a:t>• Roediger &amp; Karpicke (2006): Active retrieval practice before seeing answers increases long-term diagnostic retention by +44% vs passive review</a:t>
            </a:r>
            <a:br/>
            <a:r>
              <a:t>• Deliberate Practice (Ericsson): Instant feedback loop stops habituation of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2176272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  <a:latin typeface="Alata"/>
              </a:defRPr>
            </a:pPr>
            <a:r>
              <a:t>2. Optical Physics &amp; ENT Physiology</a:t>
            </a:r>
          </a:p>
          <a:p>
            <a:pPr>
              <a:defRPr sz="819">
                <a:solidFill>
                  <a:srgbClr val="465A62"/>
                </a:solidFill>
                <a:latin typeface="Montserrat"/>
              </a:defRPr>
            </a:pPr>
            <a:r>
              <a:t>• 3.9mm lens, 70°–120° FOV, short focal depth (10–30mm) matches ear canal</a:t>
            </a:r>
            <a:br/>
            <a:r>
              <a:t>• Calibrated 6-LED ring prevents false erythema and artificial jaundice reflections</a:t>
            </a:r>
            <a:br/>
            <a:r>
              <a:t>• Anatomical Grounding: Pars Tensa/Flaccida, Malleus Handle, Cone of 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323697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70B8"/>
                </a:solidFill>
                <a:latin typeface="Alata"/>
              </a:defRPr>
            </a:pPr>
            <a:r>
              <a:t>3. Decoupled AI &amp; Feature Engineering</a:t>
            </a:r>
          </a:p>
          <a:p>
            <a:pPr>
              <a:defRPr sz="819">
                <a:solidFill>
                  <a:srgbClr val="465A62"/>
                </a:solidFill>
                <a:latin typeface="Montserrat"/>
              </a:defRPr>
            </a:pPr>
            <a:r>
              <a:t>• Decoupled Where vs What: Isolates tissue, eliminating shortcut learning</a:t>
            </a:r>
            <a:br/>
            <a:r>
              <a:t>• HOG (1,764 dims for shape/bulging) + HSV Hist (48 dims for erythema/effusion)</a:t>
            </a:r>
            <a:br/>
            <a:r>
              <a:t>• Random Forest (1,812 features) + Pre-scripted lookup = Zero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15968"/>
            <a:ext cx="7717536" cy="621792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B2CBF"/>
                </a:solidFill>
                <a:latin typeface="Alata"/>
              </a:defRPr>
            </a:pPr>
            <a:r>
              <a:t>PEER-REVIEWED SCIENTIFIC EVIDENCE:</a:t>
            </a:r>
          </a:p>
          <a:p>
            <a:pPr>
              <a:defRPr sz="850">
                <a:solidFill>
                  <a:srgbClr val="14282F"/>
                </a:solidFill>
                <a:latin typeface="Montserrat"/>
              </a:defRPr>
            </a:pPr>
            <a:r>
              <a:t>Roediger &amp; Karpicke (2006) Psychol Sci · Lundberg et al. (2024) BMC Prim Care (GP accuracy 36–71%, Kappa 0.30) · Pichichero (2022) J Otolaryngol · EPOS 2020 Rhinology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" y="347472"/>
            <a:ext cx="566928" cy="566928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lata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274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14282F"/>
                </a:solidFill>
                <a:latin typeface="Alata"/>
              </a:defRPr>
            </a:pPr>
            <a:r>
              <a:t>PARAMETERS → PROPOSED TARGETS → TESTING METHODS</a:t>
            </a:r>
          </a:p>
          <a:p>
            <a:pPr>
              <a:defRPr sz="1050">
                <a:solidFill>
                  <a:srgbClr val="5A6E76"/>
                </a:solidFill>
                <a:latin typeface="Montserrat"/>
              </a:defRPr>
            </a:pPr>
            <a:r>
              <a:t>Explain what you will measure, your expected target, and how you will test each parameter.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115568"/>
          <a:ext cx="7717536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2414016"/>
                <a:gridCol w="1828800"/>
              </a:tblGrid>
              <a:tr h="63703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lata"/>
                        </a:defRPr>
                      </a:pPr>
                      <a:r>
                        <a:t>Parameter (What to Measure)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lata"/>
                        </a:defRPr>
                      </a:pPr>
                      <a:r>
                        <a:t>Proposed Target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lata"/>
                        </a:defRPr>
                      </a:pPr>
                      <a:r>
                        <a:t>Testing &amp; Evaluation Method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lata"/>
                        </a:defRPr>
                      </a:pPr>
                      <a:r>
                        <a:t>Clinical Significance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</a:tr>
              <a:tr h="637031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1. Anatomical Localization</a:t>
                      </a:r>
                      <a:br/>
                      <a:r>
                        <a:t>(Tympanic Membrane Where)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077B6"/>
                          </a:solidFill>
                          <a:latin typeface="Montserrat"/>
                        </a:defRPr>
                      </a:pPr>
                      <a:r>
                        <a:t>IoU ≥ 0.75</a:t>
                      </a:r>
                      <a:br/>
                      <a:r>
                        <a:t>Detection Rate ≥ 92%</a:t>
                      </a:r>
                      <a:br/>
                      <a:r>
                        <a:t>0% Crash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Benchmark on 300 expert-labeled clinical otoscopy frames across varied angles; fallback to texture localizer on 0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Prevents shortcut learning; grounds AI in true anatomical landmark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2. Multi-Class Diagnostic Accuracy</a:t>
                      </a:r>
                      <a:br/>
                      <a:r>
                        <a:t>(What: Normal/AOM/OME/CSOM)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077B6"/>
                          </a:solidFill>
                          <a:latin typeface="Montserrat"/>
                        </a:defRPr>
                      </a:pPr>
                      <a:r>
                        <a:t>Overall Acc ≥ 85%</a:t>
                      </a:r>
                      <a:br/>
                      <a:r>
                        <a:t>Macro F1 ≥ 0.82</a:t>
                      </a:r>
                      <a:br/>
                      <a:r>
                        <a:t>AOM Sensitivity ≥ 90%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5-fold stratified cross-validation on 3,014 verified otoscopy images (train_classifier.py) + blind test set (600 images)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Matches/exceeds GP baseline (36–71%); prevents missed acute infections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</a:tr>
              <a:tr h="637031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3. System Latency &amp; Framerate</a:t>
                      </a:r>
                      <a:br/>
                      <a:r>
                        <a:t>(Real-Time Usability)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077B6"/>
                          </a:solidFill>
                          <a:latin typeface="Montserrat"/>
                        </a:defRPr>
                      </a:pPr>
                      <a:r>
                        <a:t>Freeze Mode &lt; 250ms</a:t>
                      </a:r>
                      <a:br/>
                      <a:r>
                        <a:t>RPi Standalone &lt; 450ms</a:t>
                      </a:r>
                      <a:br/>
                      <a:r>
                        <a:t>Live Stream ≥ 8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Automated time.perf_counter() profiling across 500 consecutive frame captures and MJPEG stream inference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Ensures fluid hand-eye coordination during active probe manipulation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4. Trainee Diagnostic Lift &amp; Retention</a:t>
                      </a:r>
                      <a:br/>
                      <a:r>
                        <a:t>(Educational Efficacy)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077B6"/>
                          </a:solidFill>
                          <a:latin typeface="Montserrat"/>
                        </a:defRPr>
                      </a:pPr>
                      <a:r>
                        <a:t>Immediate Lift ≥ +35%</a:t>
                      </a:r>
                      <a:br/>
                      <a:r>
                        <a:t>(Accuracy ~50% -&gt; ≥85%)</a:t>
                      </a:r>
                      <a:br/>
                      <a:r>
                        <a:t>4-Wk Retention ≥ +25%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Randomized Controlled Trial (RCT) on 60 nursing/medical students: Pre-test -&gt; MentoScope training -&gt; Post-test -&gt; 4-week delayed test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Proves Testing Effect &amp; Deliberate Practice translate to long-term clinical skill</a:t>
                      </a:r>
                    </a:p>
                  </a:txBody>
                  <a:tcPr>
                    <a:solidFill>
                      <a:srgbClr val="F3F8FC"/>
                    </a:solidFill>
                  </a:tcPr>
                </a:tc>
              </a:tr>
              <a:tr h="637036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5. Medical Content Safety</a:t>
                      </a:r>
                      <a:br/>
                      <a:r>
                        <a:t>(Zero-Hallucination Integrity)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077B6"/>
                          </a:solidFill>
                          <a:latin typeface="Montserrat"/>
                        </a:defRPr>
                      </a:pPr>
                      <a:r>
                        <a:t>0.0% Hallucination</a:t>
                      </a:r>
                      <a:br/>
                      <a:r>
                        <a:t>100% EPOS / AAO-HNS</a:t>
                      </a:r>
                      <a:br/>
                      <a:r>
                        <a:t>Guideline Adherence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Independent ENT specialist review of all rule-based diagnostic text mappings; adversarial testing with out-of-distribution non-ear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4282F"/>
                          </a:solidFill>
                          <a:latin typeface="Montserrat"/>
                        </a:defRPr>
                      </a:pPr>
                      <a:r>
                        <a:t>Zero medical misinformation risk compared to generic LLM chatbots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" y="347472"/>
            <a:ext cx="566928" cy="56692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lata"/>
              </a:defRPr>
            </a:pPr>
            <a: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274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14282F"/>
                </a:solidFill>
                <a:latin typeface="Alata"/>
              </a:defRPr>
            </a:pPr>
            <a:r>
              <a:t>MENTOSCOPE: VALUE SUMMARY &amp; PROJECT TEAM</a:t>
            </a:r>
          </a:p>
          <a:p>
            <a:pPr>
              <a:defRPr sz="1050">
                <a:solidFill>
                  <a:srgbClr val="5A6E76"/>
                </a:solidFill>
                <a:latin typeface="Montserrat"/>
              </a:defRPr>
            </a:pPr>
            <a:r>
              <a:t>An AI-Assisted ENT Examination Assistant &amp; Training Kit for Healthcare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76F51"/>
                </a:solidFill>
                <a:latin typeface="Alata"/>
              </a:defRPr>
            </a:pPr>
            <a:r>
              <a:t>Pedagogical Innovation</a:t>
            </a:r>
          </a:p>
          <a:p>
            <a:pPr>
              <a:defRPr sz="880">
                <a:solidFill>
                  <a:srgbClr val="465A62"/>
                </a:solidFill>
                <a:latin typeface="Montserrat"/>
              </a:defRPr>
            </a:pPr>
            <a:r>
              <a:t>• Self-Check -&gt; Activate:</a:t>
            </a:r>
            <a:br/>
            <a:r>
              <a:t>  Forces active recall before answers</a:t>
            </a:r>
            <a:br/>
            <a:r>
              <a:t>• Testing Effect (2006):</a:t>
            </a:r>
            <a:br/>
            <a:r>
              <a:t>  Proven +44% retention gain</a:t>
            </a:r>
            <a:br/>
            <a:r>
              <a:t>• Practice, Clarify &amp; Tutor Book:</a:t>
            </a:r>
            <a:br/>
            <a:r>
              <a:t>  Full ENT examination curriculum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23444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B2CBF"/>
                </a:solidFill>
                <a:latin typeface="Alata"/>
              </a:defRPr>
            </a:pPr>
            <a:r>
              <a:t>Engineering Rigor</a:t>
            </a:r>
          </a:p>
          <a:p>
            <a:pPr>
              <a:defRPr sz="880">
                <a:solidFill>
                  <a:srgbClr val="465A62"/>
                </a:solidFill>
                <a:latin typeface="Montserrat"/>
              </a:defRPr>
            </a:pPr>
            <a:r>
              <a:t>• Decoupled Two-Stage AI:</a:t>
            </a:r>
            <a:br/>
            <a:r>
              <a:t>  Where (YOLO) vs What (RF)</a:t>
            </a:r>
            <a:br/>
            <a:r>
              <a:t>• 1,812 HOG + HSV Features:</a:t>
            </a:r>
            <a:br/>
            <a:r>
              <a:t>  Trained on 3,014 real images</a:t>
            </a:r>
            <a:br/>
            <a:r>
              <a:t>• Deterministic Factual Lookup:</a:t>
            </a:r>
            <a:br/>
            <a:r>
              <a:t>  Zero hallucination risk on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8464" y="123444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7B6"/>
                </a:solidFill>
                <a:latin typeface="Alata"/>
              </a:defRPr>
            </a:pPr>
            <a:r>
              <a:t>Public Health Impact</a:t>
            </a:r>
          </a:p>
          <a:p>
            <a:pPr>
              <a:defRPr sz="880">
                <a:solidFill>
                  <a:srgbClr val="465A62"/>
                </a:solidFill>
                <a:latin typeface="Montserrat"/>
              </a:defRPr>
            </a:pPr>
            <a:r>
              <a:t>• 13,000–18,000 Students/Year:</a:t>
            </a:r>
            <a:br/>
            <a:r>
              <a:t>  Accessible Skills Lab kit</a:t>
            </a:r>
            <a:br/>
            <a:r>
              <a:t>• 9,871 PCUs nationwide:</a:t>
            </a:r>
            <a:br/>
            <a:r>
              <a:t>  Frontline screening support</a:t>
            </a:r>
            <a:br/>
            <a:r>
              <a:t>• Prevents hearing loss in children</a:t>
            </a:r>
            <a:br/>
            <a:r>
              <a:t>• Halts unnecessary antibiotic AMR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29000"/>
            <a:ext cx="7717536" cy="1463040"/>
          </a:xfrm>
          <a:prstGeom prst="roundRect">
            <a:avLst/>
          </a:prstGeom>
          <a:solidFill>
            <a:srgbClr val="F0F8F8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  <a:latin typeface="Alata"/>
              </a:defRPr>
            </a:pPr>
            <a:r>
              <a:t>TEAM 3134 · CIA26509 | CHULABHORN INNOVATION AWARDS 2026</a:t>
            </a:r>
          </a:p>
          <a:p>
            <a:pPr algn="ctr">
              <a:defRPr sz="950">
                <a:solidFill>
                  <a:srgbClr val="14282F"/>
                </a:solidFill>
                <a:latin typeface="Montserrat"/>
              </a:defRPr>
            </a:pPr>
            <a:r>
              <a:t>Student Developers: Teerawee Preechatorn (Punn), Apiwit Kaewdee (Gio), Laksanaporn Khamthong (Vit)</a:t>
            </a:r>
            <a:br/>
            <a:r>
              <a:t>(Contributors: Tenten, Uea)</a:t>
            </a:r>
            <a:br/>
            <a:r>
              <a:t>Project Advisor: Channarong Samrit | Satit Prasarnmit Demonstration School (Secondary), Srinakharinwirot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ealthcare Center Website by Slidesgo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